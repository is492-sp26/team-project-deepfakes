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p:regular r:id="rId22"/>
      <p:bold r:id="rId23"/>
      <p:italic r:id="rId24"/>
      <p:boldItalic r:id="rId25"/>
    </p:embeddedFont>
    <p:embeddedFont>
      <p:font typeface="Fira Sans Extra Condensed"/>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regular.fntdata"/><Relationship Id="rId21" Type="http://schemas.openxmlformats.org/officeDocument/2006/relationships/slide" Target="slides/slide15.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FiraSansExtraCondensed-regular.fntdata"/><Relationship Id="rId25" Type="http://schemas.openxmlformats.org/officeDocument/2006/relationships/font" Target="fonts/Roboto-boldItalic.fntdata"/><Relationship Id="rId28" Type="http://schemas.openxmlformats.org/officeDocument/2006/relationships/font" Target="fonts/FiraSansExtraCondensed-italic.fntdata"/><Relationship Id="rId27" Type="http://schemas.openxmlformats.org/officeDocument/2006/relationships/font" Target="fonts/FiraSansExtraCondense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FiraSansExtraCondensed-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20d2cc991a_3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20d2cc991a_3_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20d2cc991a_3_1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0d2cc991a_3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20d2cc991a_3_1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b="1" lang="en" sz="1000">
                <a:solidFill>
                  <a:srgbClr val="0E0E0E"/>
                </a:solidFill>
              </a:rPr>
              <a:t>2. Definition</a:t>
            </a:r>
            <a:endParaRPr b="1" sz="1000">
              <a:solidFill>
                <a:srgbClr val="0E0E0E"/>
              </a:solidFill>
            </a:endParaRPr>
          </a:p>
          <a:p>
            <a:pPr indent="0" lvl="0" marL="0" rtl="0" algn="l">
              <a:lnSpc>
                <a:spcPct val="115000"/>
              </a:lnSpc>
              <a:spcBef>
                <a:spcPts val="0"/>
              </a:spcBef>
              <a:spcAft>
                <a:spcPts val="0"/>
              </a:spcAft>
              <a:buSzPts val="1100"/>
              <a:buNone/>
            </a:pPr>
            <a:r>
              <a:rPr b="1" lang="en" sz="1050">
                <a:solidFill>
                  <a:srgbClr val="0E0E0E"/>
                </a:solidFill>
              </a:rPr>
              <a:t>What Are Deepfakes?</a:t>
            </a:r>
            <a:endParaRPr b="1"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“Deepfakes, a blend of ‘deep learning’ and ‘fake,’ refer to images, videos, or audio generated or manipulated using AI tools.”</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“They are used to depict real or fictional people in highly realistic forms.”</a:t>
            </a:r>
            <a:endParaRPr sz="1050">
              <a:solidFill>
                <a:srgbClr val="0E0E0E"/>
              </a:solidFill>
            </a:endParaRPr>
          </a:p>
          <a:p>
            <a:pPr indent="0" lvl="0" marL="0" rtl="0" algn="l">
              <a:lnSpc>
                <a:spcPct val="115000"/>
              </a:lnSpc>
              <a:spcBef>
                <a:spcPts val="0"/>
              </a:spcBef>
              <a:spcAft>
                <a:spcPts val="0"/>
              </a:spcAft>
              <a:buClr>
                <a:schemeClr val="dk1"/>
              </a:buClr>
              <a:buSzPts val="1100"/>
              <a:buFont typeface="Arial"/>
              <a:buNone/>
            </a:pPr>
            <a:r>
              <a:rPr b="1" lang="en" sz="1000">
                <a:solidFill>
                  <a:srgbClr val="0E0E0E"/>
                </a:solidFill>
              </a:rPr>
              <a:t>3. Visual Example</a:t>
            </a:r>
            <a:endParaRPr b="1" sz="1000">
              <a:solidFill>
                <a:srgbClr val="0E0E0E"/>
              </a:solidFill>
            </a:endParaRPr>
          </a:p>
          <a:p>
            <a:pPr indent="-127000" lvl="0" marL="127000" rtl="0" algn="l">
              <a:lnSpc>
                <a:spcPct val="115000"/>
              </a:lnSpc>
              <a:spcBef>
                <a:spcPts val="900"/>
              </a:spcBef>
              <a:spcAft>
                <a:spcPts val="0"/>
              </a:spcAft>
              <a:buClr>
                <a:schemeClr val="dk1"/>
              </a:buClr>
              <a:buSzPts val="1100"/>
              <a:buFont typeface="Arial"/>
              <a:buNone/>
            </a:pPr>
            <a:r>
              <a:rPr lang="en" sz="1050">
                <a:solidFill>
                  <a:srgbClr val="0E0E0E"/>
                </a:solidFill>
              </a:rPr>
              <a:t>	•	</a:t>
            </a:r>
            <a:r>
              <a:rPr b="1" lang="en" sz="1050">
                <a:solidFill>
                  <a:srgbClr val="0E0E0E"/>
                </a:solidFill>
              </a:rPr>
              <a:t>Image Walkthrough</a:t>
            </a:r>
            <a:r>
              <a:rPr lang="en" sz="1050">
                <a:solidFill>
                  <a:srgbClr val="0E0E0E"/>
                </a:solidFill>
              </a:rPr>
              <a:t>:</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“Here, we see an example from </a:t>
            </a:r>
            <a:r>
              <a:rPr i="1" lang="en" sz="1050">
                <a:solidFill>
                  <a:srgbClr val="0E0E0E"/>
                </a:solidFill>
              </a:rPr>
              <a:t>The Irishman</a:t>
            </a:r>
            <a:r>
              <a:rPr lang="en" sz="1050">
                <a:solidFill>
                  <a:srgbClr val="0E0E0E"/>
                </a:solidFill>
              </a:rPr>
              <a:t>, where AI was used to de-age Robert De Niro.”</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Highlight key changes:</a:t>
            </a:r>
            <a:endParaRPr sz="1050">
              <a:solidFill>
                <a:srgbClr val="0E0E0E"/>
              </a:solidFill>
            </a:endParaRPr>
          </a:p>
          <a:p>
            <a:pPr indent="-508000" lvl="0" marL="508000" rtl="0" algn="l">
              <a:lnSpc>
                <a:spcPct val="115000"/>
              </a:lnSpc>
              <a:spcBef>
                <a:spcPts val="900"/>
              </a:spcBef>
              <a:spcAft>
                <a:spcPts val="0"/>
              </a:spcAft>
              <a:buClr>
                <a:schemeClr val="dk1"/>
              </a:buClr>
              <a:buSzPts val="1100"/>
              <a:buFont typeface="Arial"/>
              <a:buNone/>
            </a:pPr>
            <a:r>
              <a:rPr lang="en" sz="1050">
                <a:solidFill>
                  <a:srgbClr val="0E0E0E"/>
                </a:solidFill>
              </a:rPr>
              <a:t>	•	“Fewer wrinkles on his face.”</a:t>
            </a:r>
            <a:endParaRPr sz="1050">
              <a:solidFill>
                <a:srgbClr val="0E0E0E"/>
              </a:solidFill>
            </a:endParaRPr>
          </a:p>
          <a:p>
            <a:pPr indent="-508000" lvl="0" marL="508000" rtl="0" algn="l">
              <a:lnSpc>
                <a:spcPct val="115000"/>
              </a:lnSpc>
              <a:spcBef>
                <a:spcPts val="900"/>
              </a:spcBef>
              <a:spcAft>
                <a:spcPts val="0"/>
              </a:spcAft>
              <a:buClr>
                <a:schemeClr val="dk1"/>
              </a:buClr>
              <a:buSzPts val="1100"/>
              <a:buFont typeface="Arial"/>
              <a:buNone/>
            </a:pPr>
            <a:r>
              <a:rPr lang="en" sz="1050">
                <a:solidFill>
                  <a:srgbClr val="0E0E0E"/>
                </a:solidFill>
              </a:rPr>
              <a:t>	•	“Darker iris to mimic younger eyes.”</a:t>
            </a:r>
            <a:endParaRPr sz="1050">
              <a:solidFill>
                <a:srgbClr val="0E0E0E"/>
              </a:solidFill>
            </a:endParaRPr>
          </a:p>
          <a:p>
            <a:pPr indent="-508000" lvl="0" marL="508000" rtl="0" algn="l">
              <a:lnSpc>
                <a:spcPct val="115000"/>
              </a:lnSpc>
              <a:spcBef>
                <a:spcPts val="900"/>
              </a:spcBef>
              <a:spcAft>
                <a:spcPts val="0"/>
              </a:spcAft>
              <a:buClr>
                <a:schemeClr val="dk1"/>
              </a:buClr>
              <a:buSzPts val="1100"/>
              <a:buFont typeface="Arial"/>
              <a:buNone/>
            </a:pPr>
            <a:r>
              <a:rPr lang="en" sz="1050">
                <a:solidFill>
                  <a:srgbClr val="0E0E0E"/>
                </a:solidFill>
              </a:rPr>
              <a:t>	•	“Fuller lips, reflecting a youthful appearance.”</a:t>
            </a:r>
            <a:endParaRPr sz="1050">
              <a:solidFill>
                <a:srgbClr val="0E0E0E"/>
              </a:solidFill>
            </a:endParaRPr>
          </a:p>
          <a:p>
            <a:pPr indent="0" lvl="0" marL="0" rtl="0" algn="l">
              <a:lnSpc>
                <a:spcPct val="115000"/>
              </a:lnSpc>
              <a:spcBef>
                <a:spcPts val="0"/>
              </a:spcBef>
              <a:spcAft>
                <a:spcPts val="0"/>
              </a:spcAft>
              <a:buClr>
                <a:schemeClr val="dk1"/>
              </a:buClr>
              <a:buSzPts val="1100"/>
              <a:buFont typeface="Arial"/>
              <a:buNone/>
            </a:pPr>
            <a:r>
              <a:rPr b="1" lang="en" sz="1000">
                <a:solidFill>
                  <a:srgbClr val="0E0E0E"/>
                </a:solidFill>
              </a:rPr>
              <a:t>4. Contextual Importance</a:t>
            </a:r>
            <a:endParaRPr b="1" sz="1000">
              <a:solidFill>
                <a:srgbClr val="0E0E0E"/>
              </a:solidFill>
            </a:endParaRPr>
          </a:p>
          <a:p>
            <a:pPr indent="-127000" lvl="0" marL="127000" rtl="0" algn="l">
              <a:lnSpc>
                <a:spcPct val="115000"/>
              </a:lnSpc>
              <a:spcBef>
                <a:spcPts val="900"/>
              </a:spcBef>
              <a:spcAft>
                <a:spcPts val="0"/>
              </a:spcAft>
              <a:buClr>
                <a:schemeClr val="dk1"/>
              </a:buClr>
              <a:buSzPts val="1100"/>
              <a:buFont typeface="Arial"/>
              <a:buNone/>
            </a:pPr>
            <a:r>
              <a:rPr lang="en" sz="1050">
                <a:solidFill>
                  <a:srgbClr val="0E0E0E"/>
                </a:solidFill>
              </a:rPr>
              <a:t>	•	“This example demonstrates how deepfake technology can seamlessly alter visuals for purposes like film production, but it also hints at the ethical challenges tied to its misuse.”</a:t>
            </a:r>
            <a:endParaRPr sz="1050">
              <a:solidFill>
                <a:srgbClr val="0E0E0E"/>
              </a:solidFill>
            </a:endParaRPr>
          </a:p>
          <a:p>
            <a:pPr indent="0" lvl="0" marL="0" rtl="0" algn="l">
              <a:lnSpc>
                <a:spcPct val="115000"/>
              </a:lnSpc>
              <a:spcBef>
                <a:spcPts val="0"/>
              </a:spcBef>
              <a:spcAft>
                <a:spcPts val="0"/>
              </a:spcAft>
              <a:buClr>
                <a:schemeClr val="dk1"/>
              </a:buClr>
              <a:buSzPts val="1100"/>
              <a:buFont typeface="Arial"/>
              <a:buNone/>
            </a:pPr>
            <a:r>
              <a:rPr b="1" lang="en" sz="1000">
                <a:solidFill>
                  <a:srgbClr val="0E0E0E"/>
                </a:solidFill>
              </a:rPr>
              <a:t>5. Transition</a:t>
            </a:r>
            <a:endParaRPr b="1" sz="1000">
              <a:solidFill>
                <a:srgbClr val="0E0E0E"/>
              </a:solidFill>
            </a:endParaRPr>
          </a:p>
          <a:p>
            <a:pPr indent="-127000" lvl="0" marL="127000" rtl="0" algn="l">
              <a:lnSpc>
                <a:spcPct val="115000"/>
              </a:lnSpc>
              <a:spcBef>
                <a:spcPts val="900"/>
              </a:spcBef>
              <a:spcAft>
                <a:spcPts val="0"/>
              </a:spcAft>
              <a:buClr>
                <a:schemeClr val="dk1"/>
              </a:buClr>
              <a:buSzPts val="1100"/>
              <a:buFont typeface="Arial"/>
              <a:buNone/>
            </a:pPr>
            <a:r>
              <a:rPr lang="en" sz="1050">
                <a:solidFill>
                  <a:srgbClr val="0E0E0E"/>
                </a:solidFill>
              </a:rPr>
              <a:t>	•	“Now that we’ve covered the definition and an example, let’s move on to the applications and implications of deepfakes in various fields.”</a:t>
            </a:r>
            <a:endParaRPr sz="1050">
              <a:solidFill>
                <a:srgbClr val="0E0E0E"/>
              </a:solidFill>
            </a:endParaRPr>
          </a:p>
          <a:p>
            <a:pPr indent="0" lvl="0" marL="0" rtl="0" algn="l">
              <a:spcBef>
                <a:spcPts val="0"/>
              </a:spcBef>
              <a:spcAft>
                <a:spcPts val="0"/>
              </a:spcAft>
              <a:buNone/>
            </a:pPr>
            <a:r>
              <a:t/>
            </a:r>
            <a:endParaRPr/>
          </a:p>
        </p:txBody>
      </p:sp>
      <p:sp>
        <p:nvSpPr>
          <p:cNvPr id="187" name="Google Shape;187;g320d2cc991a_3_1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20d2cc991a_3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20d2cc991a_3_1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1000">
                <a:solidFill>
                  <a:srgbClr val="0E0E0E"/>
                </a:solidFill>
              </a:rPr>
              <a:t>1. Introduction</a:t>
            </a:r>
            <a:endParaRPr b="1" sz="1000">
              <a:solidFill>
                <a:srgbClr val="0E0E0E"/>
              </a:solidFill>
            </a:endParaRPr>
          </a:p>
          <a:p>
            <a:pPr indent="-127000" lvl="0" marL="127000" rtl="0" algn="l">
              <a:lnSpc>
                <a:spcPct val="115000"/>
              </a:lnSpc>
              <a:spcBef>
                <a:spcPts val="900"/>
              </a:spcBef>
              <a:spcAft>
                <a:spcPts val="0"/>
              </a:spcAft>
              <a:buClr>
                <a:schemeClr val="dk1"/>
              </a:buClr>
              <a:buSzPts val="1100"/>
              <a:buFont typeface="Arial"/>
              <a:buNone/>
            </a:pPr>
            <a:r>
              <a:rPr lang="en" sz="1050">
                <a:solidFill>
                  <a:srgbClr val="0E0E0E"/>
                </a:solidFill>
              </a:rPr>
              <a:t>	•	</a:t>
            </a:r>
            <a:r>
              <a:rPr b="1" lang="en" sz="1050">
                <a:solidFill>
                  <a:srgbClr val="0E0E0E"/>
                </a:solidFill>
              </a:rPr>
              <a:t>Transition from Previous Slide</a:t>
            </a:r>
            <a:r>
              <a:rPr lang="en" sz="1050">
                <a:solidFill>
                  <a:srgbClr val="0E0E0E"/>
                </a:solidFill>
              </a:rPr>
              <a:t>:</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“Now that we understand what deepfakes are, let’s explore their significance and impact.”</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“we can categorizes the importance of studying deepfakes into three areas: inevitability, widespread use, and profundity.”</a:t>
            </a:r>
            <a:endParaRPr sz="1050">
              <a:solidFill>
                <a:srgbClr val="0E0E0E"/>
              </a:solidFill>
            </a:endParaRPr>
          </a:p>
          <a:p>
            <a:pPr indent="0" lvl="0" marL="0" rtl="0" algn="l">
              <a:lnSpc>
                <a:spcPct val="115000"/>
              </a:lnSpc>
              <a:spcBef>
                <a:spcPts val="0"/>
              </a:spcBef>
              <a:spcAft>
                <a:spcPts val="0"/>
              </a:spcAft>
              <a:buClr>
                <a:schemeClr val="dk1"/>
              </a:buClr>
              <a:buSzPts val="1100"/>
              <a:buFont typeface="Arial"/>
              <a:buNone/>
            </a:pPr>
            <a:r>
              <a:rPr b="1" lang="en" sz="1000">
                <a:solidFill>
                  <a:srgbClr val="0E0E0E"/>
                </a:solidFill>
              </a:rPr>
              <a:t>2. Inevitable</a:t>
            </a:r>
            <a:endParaRPr b="1" sz="1000">
              <a:solidFill>
                <a:srgbClr val="0E0E0E"/>
              </a:solidFill>
            </a:endParaRPr>
          </a:p>
          <a:p>
            <a:pPr indent="-127000" lvl="0" marL="127000" rtl="0" algn="l">
              <a:lnSpc>
                <a:spcPct val="115000"/>
              </a:lnSpc>
              <a:spcBef>
                <a:spcPts val="900"/>
              </a:spcBef>
              <a:spcAft>
                <a:spcPts val="0"/>
              </a:spcAft>
              <a:buClr>
                <a:schemeClr val="dk1"/>
              </a:buClr>
              <a:buSzPts val="1100"/>
              <a:buFont typeface="Arial"/>
              <a:buNone/>
            </a:pPr>
            <a:r>
              <a:rPr lang="en" sz="1050">
                <a:solidFill>
                  <a:srgbClr val="0E0E0E"/>
                </a:solidFill>
              </a:rPr>
              <a:t>	•	</a:t>
            </a:r>
            <a:r>
              <a:rPr b="1" lang="en" sz="1050">
                <a:solidFill>
                  <a:srgbClr val="0E0E0E"/>
                </a:solidFill>
              </a:rPr>
              <a:t>Key Points</a:t>
            </a:r>
            <a:r>
              <a:rPr lang="en" sz="1050">
                <a:solidFill>
                  <a:srgbClr val="0E0E0E"/>
                </a:solidFill>
              </a:rPr>
              <a:t>:</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“Deepfakes are transforming industries like entertainment and education.”</a:t>
            </a:r>
            <a:endParaRPr sz="1050">
              <a:solidFill>
                <a:srgbClr val="0E0E0E"/>
              </a:solidFill>
            </a:endParaRPr>
          </a:p>
          <a:p>
            <a:pPr indent="-317500" lvl="0" marL="317500" rtl="0" algn="l">
              <a:lnSpc>
                <a:spcPct val="115000"/>
              </a:lnSpc>
              <a:spcBef>
                <a:spcPts val="900"/>
              </a:spcBef>
              <a:spcAft>
                <a:spcPts val="0"/>
              </a:spcAft>
              <a:buSzPts val="1100"/>
              <a:buNone/>
            </a:pPr>
            <a:r>
              <a:rPr lang="en" sz="1050">
                <a:solidFill>
                  <a:srgbClr val="0E0E0E"/>
                </a:solidFill>
              </a:rPr>
              <a:t>	•	“For example, they reduce production costs in films by eliminating the need for reshoots or expensive CGI.”</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“They also create new opportunities for virtual education, like lifelike historical recreations or personalized tutors.”</a:t>
            </a:r>
            <a:endParaRPr sz="1050">
              <a:solidFill>
                <a:srgbClr val="0E0E0E"/>
              </a:solidFill>
            </a:endParaRPr>
          </a:p>
          <a:p>
            <a:pPr indent="0" lvl="0" marL="0" rtl="0" algn="l">
              <a:lnSpc>
                <a:spcPct val="115000"/>
              </a:lnSpc>
              <a:spcBef>
                <a:spcPts val="0"/>
              </a:spcBef>
              <a:spcAft>
                <a:spcPts val="0"/>
              </a:spcAft>
              <a:buClr>
                <a:schemeClr val="dk1"/>
              </a:buClr>
              <a:buSzPts val="1100"/>
              <a:buFont typeface="Arial"/>
              <a:buNone/>
            </a:pPr>
            <a:r>
              <a:rPr b="1" lang="en" sz="1000">
                <a:solidFill>
                  <a:srgbClr val="0E0E0E"/>
                </a:solidFill>
              </a:rPr>
              <a:t>3. Widespread</a:t>
            </a:r>
            <a:endParaRPr b="1" sz="1000">
              <a:solidFill>
                <a:srgbClr val="0E0E0E"/>
              </a:solidFill>
            </a:endParaRPr>
          </a:p>
          <a:p>
            <a:pPr indent="-127000" lvl="0" marL="127000" rtl="0" algn="l">
              <a:lnSpc>
                <a:spcPct val="115000"/>
              </a:lnSpc>
              <a:spcBef>
                <a:spcPts val="900"/>
              </a:spcBef>
              <a:spcAft>
                <a:spcPts val="0"/>
              </a:spcAft>
              <a:buClr>
                <a:schemeClr val="dk1"/>
              </a:buClr>
              <a:buSzPts val="1100"/>
              <a:buFont typeface="Arial"/>
              <a:buNone/>
            </a:pPr>
            <a:r>
              <a:rPr lang="en" sz="1050">
                <a:solidFill>
                  <a:srgbClr val="0E0E0E"/>
                </a:solidFill>
              </a:rPr>
              <a:t>	•	</a:t>
            </a:r>
            <a:r>
              <a:rPr b="1" lang="en" sz="1050">
                <a:solidFill>
                  <a:srgbClr val="0E0E0E"/>
                </a:solidFill>
              </a:rPr>
              <a:t>Key Points</a:t>
            </a:r>
            <a:r>
              <a:rPr lang="en" sz="1050">
                <a:solidFill>
                  <a:srgbClr val="0E0E0E"/>
                </a:solidFill>
              </a:rPr>
              <a:t>:</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“This technology has rapidly proliferated across diverse sectors, including entertainment, marketing, politics, and social media.”</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“While it has been used to produce stunning visuals in movies, it is also increasingly leveraged to manipulate public perception and spread misinformation.”</a:t>
            </a:r>
            <a:endParaRPr sz="1050">
              <a:solidFill>
                <a:srgbClr val="0E0E0E"/>
              </a:solidFill>
            </a:endParaRPr>
          </a:p>
          <a:p>
            <a:pPr indent="0" lvl="0" marL="0" rtl="0" algn="l">
              <a:lnSpc>
                <a:spcPct val="115000"/>
              </a:lnSpc>
              <a:spcBef>
                <a:spcPts val="0"/>
              </a:spcBef>
              <a:spcAft>
                <a:spcPts val="0"/>
              </a:spcAft>
              <a:buClr>
                <a:schemeClr val="dk1"/>
              </a:buClr>
              <a:buSzPts val="1100"/>
              <a:buFont typeface="Arial"/>
              <a:buNone/>
            </a:pPr>
            <a:r>
              <a:rPr b="1" lang="en" sz="1000">
                <a:solidFill>
                  <a:srgbClr val="0E0E0E"/>
                </a:solidFill>
              </a:rPr>
              <a:t>4. Profundity</a:t>
            </a:r>
            <a:endParaRPr b="1" sz="1000">
              <a:solidFill>
                <a:srgbClr val="0E0E0E"/>
              </a:solidFill>
            </a:endParaRPr>
          </a:p>
          <a:p>
            <a:pPr indent="-127000" lvl="0" marL="127000" rtl="0" algn="l">
              <a:lnSpc>
                <a:spcPct val="115000"/>
              </a:lnSpc>
              <a:spcBef>
                <a:spcPts val="900"/>
              </a:spcBef>
              <a:spcAft>
                <a:spcPts val="0"/>
              </a:spcAft>
              <a:buClr>
                <a:schemeClr val="dk1"/>
              </a:buClr>
              <a:buSzPts val="1100"/>
              <a:buFont typeface="Arial"/>
              <a:buNone/>
            </a:pPr>
            <a:r>
              <a:rPr lang="en" sz="1050">
                <a:solidFill>
                  <a:srgbClr val="0E0E0E"/>
                </a:solidFill>
              </a:rPr>
              <a:t>	•	</a:t>
            </a:r>
            <a:r>
              <a:rPr b="1" lang="en" sz="1050">
                <a:solidFill>
                  <a:srgbClr val="0E0E0E"/>
                </a:solidFill>
              </a:rPr>
              <a:t>Key Points</a:t>
            </a:r>
            <a:r>
              <a:rPr lang="en" sz="1050">
                <a:solidFill>
                  <a:srgbClr val="0E0E0E"/>
                </a:solidFill>
              </a:rPr>
              <a:t>:</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“However, with great power comes significant risks.”</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“In the short term, deepfakes contribute to rising concerns about fraud, misinformation, and even illegal content creation.”</a:t>
            </a:r>
            <a:endParaRPr sz="1050">
              <a:solidFill>
                <a:srgbClr val="0E0E0E"/>
              </a:solidFill>
            </a:endParaRPr>
          </a:p>
          <a:p>
            <a:pPr indent="-317500" lvl="0" marL="317500" rtl="0" algn="l">
              <a:lnSpc>
                <a:spcPct val="115000"/>
              </a:lnSpc>
              <a:spcBef>
                <a:spcPts val="900"/>
              </a:spcBef>
              <a:spcAft>
                <a:spcPts val="0"/>
              </a:spcAft>
              <a:buClr>
                <a:schemeClr val="dk1"/>
              </a:buClr>
              <a:buSzPts val="1100"/>
              <a:buFont typeface="Arial"/>
              <a:buNone/>
            </a:pPr>
            <a:r>
              <a:rPr lang="en" sz="1050">
                <a:solidFill>
                  <a:srgbClr val="0E0E0E"/>
                </a:solidFill>
              </a:rPr>
              <a:t>	•	“Over time, they erode trust in media, leading to a growing skepticism about the authenticity of any content.”</a:t>
            </a:r>
            <a:endParaRPr sz="1050">
              <a:solidFill>
                <a:srgbClr val="0E0E0E"/>
              </a:solidFill>
            </a:endParaRPr>
          </a:p>
          <a:p>
            <a:pPr indent="0" lvl="0" marL="0" rtl="0" algn="l">
              <a:lnSpc>
                <a:spcPct val="115000"/>
              </a:lnSpc>
              <a:spcBef>
                <a:spcPts val="0"/>
              </a:spcBef>
              <a:spcAft>
                <a:spcPts val="0"/>
              </a:spcAft>
              <a:buClr>
                <a:schemeClr val="dk1"/>
              </a:buClr>
              <a:buSzPts val="1100"/>
              <a:buFont typeface="Arial"/>
              <a:buNone/>
            </a:pPr>
            <a:r>
              <a:rPr b="1" lang="en" sz="1000">
                <a:solidFill>
                  <a:srgbClr val="0E0E0E"/>
                </a:solidFill>
              </a:rPr>
              <a:t>5. Conclusion and Transition</a:t>
            </a:r>
            <a:endParaRPr b="1" sz="1000">
              <a:solidFill>
                <a:srgbClr val="0E0E0E"/>
              </a:solidFill>
            </a:endParaRPr>
          </a:p>
          <a:p>
            <a:pPr indent="-127000" lvl="0" marL="127000" rtl="0" algn="l">
              <a:lnSpc>
                <a:spcPct val="115000"/>
              </a:lnSpc>
              <a:spcBef>
                <a:spcPts val="900"/>
              </a:spcBef>
              <a:spcAft>
                <a:spcPts val="0"/>
              </a:spcAft>
              <a:buClr>
                <a:schemeClr val="dk1"/>
              </a:buClr>
              <a:buSzPts val="1100"/>
              <a:buFont typeface="Arial"/>
              <a:buNone/>
            </a:pPr>
            <a:r>
              <a:rPr lang="en" sz="1050">
                <a:solidFill>
                  <a:srgbClr val="0E0E0E"/>
                </a:solidFill>
              </a:rPr>
              <a:t>	•	</a:t>
            </a:r>
            <a:r>
              <a:rPr b="1" lang="en" sz="1050">
                <a:solidFill>
                  <a:srgbClr val="0E0E0E"/>
                </a:solidFill>
              </a:rPr>
              <a:t>Closing Statement</a:t>
            </a:r>
            <a:r>
              <a:rPr lang="en" sz="1050">
                <a:solidFill>
                  <a:srgbClr val="0E0E0E"/>
                </a:solidFill>
              </a:rPr>
              <a:t>:</a:t>
            </a:r>
            <a:endParaRPr sz="1050">
              <a:solidFill>
                <a:srgbClr val="0E0E0E"/>
              </a:solidFill>
            </a:endParaRPr>
          </a:p>
          <a:p>
            <a:pPr indent="-317500" lvl="0" marL="317500" rtl="0" algn="l">
              <a:lnSpc>
                <a:spcPct val="115000"/>
              </a:lnSpc>
              <a:spcBef>
                <a:spcPts val="900"/>
              </a:spcBef>
              <a:spcAft>
                <a:spcPts val="0"/>
              </a:spcAft>
              <a:buSzPts val="1100"/>
              <a:buNone/>
            </a:pPr>
            <a:r>
              <a:rPr lang="en" sz="1050">
                <a:solidFill>
                  <a:srgbClr val="0E0E0E"/>
                </a:solidFill>
              </a:rPr>
              <a:t>	•	“Understanding the potential and pitfalls of deepfakes is essential as this technology continues to evolve.”</a:t>
            </a:r>
            <a:endParaRPr/>
          </a:p>
        </p:txBody>
      </p:sp>
      <p:sp>
        <p:nvSpPr>
          <p:cNvPr id="197" name="Google Shape;197;g320d2cc991a_3_1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1d01c46c53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1d01c46c53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None/>
            </a:pPr>
            <a:r>
              <a:rPr lang="en"/>
              <a:t>After looking at the previous research, although there are many algorithms to combat deepfake content, like </a:t>
            </a:r>
            <a:r>
              <a:rPr lang="en"/>
              <a:t>natural</a:t>
            </a:r>
            <a:r>
              <a:rPr lang="en"/>
              <a:t> network, </a:t>
            </a:r>
            <a:r>
              <a:rPr lang="en"/>
              <a:t>convolutional neural network.</a:t>
            </a:r>
            <a:endParaRPr/>
          </a:p>
          <a:p>
            <a:pPr indent="0" lvl="0" marL="0" rtl="0" algn="l">
              <a:lnSpc>
                <a:spcPct val="130000"/>
              </a:lnSpc>
              <a:spcBef>
                <a:spcPts val="0"/>
              </a:spcBef>
              <a:spcAft>
                <a:spcPts val="0"/>
              </a:spcAft>
              <a:buNone/>
            </a:pPr>
            <a:r>
              <a:rPr lang="en"/>
              <a:t>Most of the datasets focus on specific language, races, region, like English,</a:t>
            </a:r>
            <a:endParaRPr/>
          </a:p>
          <a:p>
            <a:pPr indent="0" lvl="0" marL="0" rtl="0" algn="l">
              <a:lnSpc>
                <a:spcPct val="130000"/>
              </a:lnSpc>
              <a:spcBef>
                <a:spcPts val="0"/>
              </a:spcBef>
              <a:spcAft>
                <a:spcPts val="0"/>
              </a:spcAft>
              <a:buNone/>
            </a:pPr>
            <a:r>
              <a:rPr lang="en"/>
              <a:t>Ethical and Legal Gaps, existing regulations fail to protect against emerging threats posed by AI</a:t>
            </a:r>
            <a:endParaRPr/>
          </a:p>
        </p:txBody>
      </p:sp>
      <p:sp>
        <p:nvSpPr>
          <p:cNvPr id="207" name="Google Shape;207;g31d01c46c53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0d2cc991a_3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20d2cc991a_3_1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20d2cc991a_3_1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10523121a_1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210523121a_1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
                <a:solidFill>
                  <a:schemeClr val="dk1"/>
                </a:solidFill>
              </a:rPr>
              <a:t>As we move forward in the development of deepfake detection technologies, it is essential to not only focus on their technical capabilities but also consider the ethical implications.</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To guide our work, we draw on three key ethical frameworks from the </a:t>
            </a:r>
            <a:r>
              <a:rPr lang="en">
                <a:solidFill>
                  <a:schemeClr val="dk1"/>
                </a:solidFill>
              </a:rPr>
              <a:t>course</a:t>
            </a:r>
            <a:r>
              <a:rPr lang="en">
                <a:solidFill>
                  <a:schemeClr val="dk1"/>
                </a:solidFill>
              </a:rPr>
              <a:t>: </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Consequentialism</a:t>
            </a:r>
            <a:r>
              <a:rPr lang="en">
                <a:solidFill>
                  <a:schemeClr val="dk1"/>
                </a:solidFill>
              </a:rPr>
              <a:t>,  which evaluates the outcomes of using detection technologies, specifically focusing on reducing misinformation and mitigating potential privacy violations.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Non-Consequentialism</a:t>
            </a:r>
            <a:r>
              <a:rPr lang="en">
                <a:solidFill>
                  <a:schemeClr val="dk1"/>
                </a:solidFill>
              </a:rPr>
              <a:t> prioritizes the intentions behind these technologies, ensuring transparency and the protection of individual rights.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Lastly, </a:t>
            </a:r>
            <a:r>
              <a:rPr b="1" lang="en">
                <a:solidFill>
                  <a:schemeClr val="dk1"/>
                </a:solidFill>
              </a:rPr>
              <a:t>Agent-Centered Approaches</a:t>
            </a:r>
            <a:r>
              <a:rPr lang="en">
                <a:solidFill>
                  <a:schemeClr val="dk1"/>
                </a:solidFill>
              </a:rPr>
              <a:t> assigns responsibility to those deploying these tools, emphasizing ethical oversight in sensitive areas like politics or personal media.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By integrating these frameworks, we aim to design detection tools that are both effective and ethically responsible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
        <p:nvSpPr>
          <p:cNvPr id="225" name="Google Shape;225;g3210523121a_1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20f5133b4f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20f5133b4f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33" name="Google Shape;233;g320f5133b4f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20e415aec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320e415aec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While the primary focus of deepfake detection is on technical solutions, </a:t>
            </a:r>
            <a:r>
              <a:rPr b="1" lang="en" sz="1200">
                <a:solidFill>
                  <a:schemeClr val="dk1"/>
                </a:solidFill>
                <a:latin typeface="Times New Roman"/>
                <a:ea typeface="Times New Roman"/>
                <a:cs typeface="Times New Roman"/>
                <a:sym typeface="Times New Roman"/>
              </a:rPr>
              <a:t>ethical and legal considerations</a:t>
            </a:r>
            <a:r>
              <a:rPr lang="en" sz="1200">
                <a:solidFill>
                  <a:schemeClr val="dk1"/>
                </a:solidFill>
                <a:latin typeface="Times New Roman"/>
                <a:ea typeface="Times New Roman"/>
                <a:cs typeface="Times New Roman"/>
                <a:sym typeface="Times New Roman"/>
              </a:rPr>
              <a:t> are equally important to ensure responsible use. Future research should align with </a:t>
            </a:r>
            <a:r>
              <a:rPr b="1" lang="en" sz="1200">
                <a:solidFill>
                  <a:schemeClr val="dk1"/>
                </a:solidFill>
                <a:latin typeface="Times New Roman"/>
                <a:ea typeface="Times New Roman"/>
                <a:cs typeface="Times New Roman"/>
                <a:sym typeface="Times New Roman"/>
              </a:rPr>
              <a:t>regulations like GDPR</a:t>
            </a:r>
            <a:r>
              <a:rPr lang="en" sz="1200">
                <a:solidFill>
                  <a:schemeClr val="dk1"/>
                </a:solidFill>
                <a:latin typeface="Times New Roman"/>
                <a:ea typeface="Times New Roman"/>
                <a:cs typeface="Times New Roman"/>
                <a:sym typeface="Times New Roman"/>
              </a:rPr>
              <a:t>, which is a privacy law designed to protect personal data and give individuals control over how their data is used. Ensuring compliance with GDPR helps safeguard user privacy and prevent misuse. It’s also essential to emphasize </a:t>
            </a:r>
            <a:r>
              <a:rPr b="1" lang="en" sz="1200">
                <a:solidFill>
                  <a:schemeClr val="dk1"/>
                </a:solidFill>
                <a:latin typeface="Times New Roman"/>
                <a:ea typeface="Times New Roman"/>
                <a:cs typeface="Times New Roman"/>
                <a:sym typeface="Times New Roman"/>
              </a:rPr>
              <a:t>transparency and accountability</a:t>
            </a:r>
            <a:r>
              <a:rPr lang="en" sz="1200">
                <a:solidFill>
                  <a:schemeClr val="dk1"/>
                </a:solidFill>
                <a:latin typeface="Times New Roman"/>
                <a:ea typeface="Times New Roman"/>
                <a:cs typeface="Times New Roman"/>
                <a:sym typeface="Times New Roman"/>
              </a:rPr>
              <a:t> on media platforms, where detection errors can have serious consequences. Additionally, detection models must prioritize </a:t>
            </a:r>
            <a:r>
              <a:rPr b="1" lang="en" sz="1200">
                <a:solidFill>
                  <a:schemeClr val="dk1"/>
                </a:solidFill>
                <a:latin typeface="Times New Roman"/>
                <a:ea typeface="Times New Roman"/>
                <a:cs typeface="Times New Roman"/>
                <a:sym typeface="Times New Roman"/>
              </a:rPr>
              <a:t>privacy protection</a:t>
            </a:r>
            <a:r>
              <a:rPr lang="en" sz="1200">
                <a:solidFill>
                  <a:schemeClr val="dk1"/>
                </a:solidFill>
                <a:latin typeface="Times New Roman"/>
                <a:ea typeface="Times New Roman"/>
                <a:cs typeface="Times New Roman"/>
                <a:sym typeface="Times New Roman"/>
              </a:rPr>
              <a:t> and minimize </a:t>
            </a:r>
            <a:r>
              <a:rPr b="1" lang="en" sz="1200">
                <a:solidFill>
                  <a:schemeClr val="dk1"/>
                </a:solidFill>
                <a:latin typeface="Times New Roman"/>
                <a:ea typeface="Times New Roman"/>
                <a:cs typeface="Times New Roman"/>
                <a:sym typeface="Times New Roman"/>
              </a:rPr>
              <a:t>false positives</a:t>
            </a:r>
            <a:r>
              <a:rPr lang="en" sz="1200">
                <a:solidFill>
                  <a:schemeClr val="dk1"/>
                </a:solidFill>
                <a:latin typeface="Times New Roman"/>
                <a:ea typeface="Times New Roman"/>
                <a:cs typeface="Times New Roman"/>
                <a:sym typeface="Times New Roman"/>
              </a:rPr>
              <a:t> to avoid potential harm to personal reputations, especially in sensitive areas like </a:t>
            </a:r>
            <a:r>
              <a:rPr b="1" lang="en" sz="1200">
                <a:solidFill>
                  <a:schemeClr val="dk1"/>
                </a:solidFill>
                <a:latin typeface="Times New Roman"/>
                <a:ea typeface="Times New Roman"/>
                <a:cs typeface="Times New Roman"/>
                <a:sym typeface="Times New Roman"/>
              </a:rPr>
              <a:t>politics</a:t>
            </a:r>
            <a:r>
              <a:rPr lang="en" sz="1200">
                <a:solidFill>
                  <a:schemeClr val="dk1"/>
                </a:solidFill>
                <a:latin typeface="Times New Roman"/>
                <a:ea typeface="Times New Roman"/>
                <a:cs typeface="Times New Roman"/>
                <a:sym typeface="Times New Roman"/>
              </a:rPr>
              <a:t> or </a:t>
            </a:r>
            <a:r>
              <a:rPr b="1" lang="en" sz="1200">
                <a:solidFill>
                  <a:schemeClr val="dk1"/>
                </a:solidFill>
                <a:latin typeface="Times New Roman"/>
                <a:ea typeface="Times New Roman"/>
                <a:cs typeface="Times New Roman"/>
                <a:sym typeface="Times New Roman"/>
              </a:rPr>
              <a:t>personal media</a:t>
            </a:r>
            <a:r>
              <a:rPr lang="en" sz="1200">
                <a:solidFill>
                  <a:schemeClr val="dk1"/>
                </a:solidFill>
                <a:latin typeface="Times New Roman"/>
                <a:ea typeface="Times New Roman"/>
                <a:cs typeface="Times New Roman"/>
                <a:sym typeface="Times New Roman"/>
              </a:rPr>
              <a:t>.</a:t>
            </a:r>
            <a:endParaRPr/>
          </a:p>
        </p:txBody>
      </p:sp>
      <p:sp>
        <p:nvSpPr>
          <p:cNvPr id="241" name="Google Shape;241;g320e415aec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20e415aec1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20e415aec1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300"/>
              <a:buFont typeface="Arial"/>
              <a:buNone/>
            </a:pPr>
            <a:r>
              <a:t/>
            </a:r>
            <a:endParaRPr/>
          </a:p>
        </p:txBody>
      </p:sp>
      <p:sp>
        <p:nvSpPr>
          <p:cNvPr id="249" name="Google Shape;249;g320e415aec1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20e415aec1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20e415aec1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62" name="Google Shape;262;g320e415aec1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20f5133b4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20f5133b4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210523121a_1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210523121a_1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 sz="1000">
                <a:solidFill>
                  <a:schemeClr val="dk1"/>
                </a:solidFill>
              </a:rPr>
              <a:t>While our proposed solutions show potential, they come with certain limitations</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000">
                <a:solidFill>
                  <a:schemeClr val="dk1"/>
                </a:solidFill>
              </a:rPr>
              <a:t>First</a:t>
            </a:r>
            <a:r>
              <a:rPr lang="en" sz="1000">
                <a:solidFill>
                  <a:schemeClr val="dk1"/>
                </a:solidFill>
              </a:rPr>
              <a:t>, real-world effectiveness can only be assessed through deployment in live environments, which involve unpredictable factors like user behavior.</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000">
                <a:solidFill>
                  <a:schemeClr val="dk1"/>
                </a:solidFill>
              </a:rPr>
              <a:t>Second</a:t>
            </a:r>
            <a:r>
              <a:rPr lang="en" sz="1000">
                <a:solidFill>
                  <a:schemeClr val="dk1"/>
                </a:solidFill>
              </a:rPr>
              <a:t>, we encounter API reliance. Since our data collection process depends on third-party APIs, we're exposed to risks such as limited data access, inconsistent data quality, and changes in platform policies that could hinder the stability of our solutions.</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rPr>
              <a:t>, the risk of overfitting persists. </a:t>
            </a:r>
            <a:r>
              <a:rPr lang="en" sz="1000">
                <a:solidFill>
                  <a:schemeClr val="dk1"/>
                </a:solidFill>
              </a:rPr>
              <a:t> Despite our efforts with data augmentation and expand the dataset diversity, there is always the risk that models </a:t>
            </a:r>
            <a:r>
              <a:rPr lang="en" sz="1000">
                <a:solidFill>
                  <a:schemeClr val="dk1"/>
                </a:solidFill>
              </a:rPr>
              <a:t>still overfit to specific training patterns, limiting their generalizability.</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rPr>
              <a:t>Addressing these challenges will require continuous model updates and robust testing across varied scenarios.</a:t>
            </a:r>
            <a:endParaRPr sz="1000">
              <a:solidFill>
                <a:schemeClr val="dk1"/>
              </a:solidFill>
            </a:endParaRPr>
          </a:p>
          <a:p>
            <a:pPr indent="0" lvl="0" marL="0" rtl="0" algn="l">
              <a:spcBef>
                <a:spcPts val="1200"/>
              </a:spcBef>
              <a:spcAft>
                <a:spcPts val="0"/>
              </a:spcAft>
              <a:buNone/>
            </a:pPr>
            <a:r>
              <a:t/>
            </a:r>
            <a:endParaRPr sz="1000">
              <a:solidFill>
                <a:schemeClr val="dk1"/>
              </a:solidFill>
            </a:endParaRPr>
          </a:p>
        </p:txBody>
      </p:sp>
      <p:sp>
        <p:nvSpPr>
          <p:cNvPr id="308" name="Google Shape;308;g3210523121a_1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210523121a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g3210523121a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
                <a:solidFill>
                  <a:schemeClr val="dk1"/>
                </a:solidFill>
              </a:rPr>
              <a:t>In conclusion,  Our focus on </a:t>
            </a:r>
            <a:r>
              <a:rPr b="1" lang="en">
                <a:solidFill>
                  <a:schemeClr val="dk1"/>
                </a:solidFill>
              </a:rPr>
              <a:t>diverse datasets</a:t>
            </a:r>
            <a:r>
              <a:rPr lang="en">
                <a:solidFill>
                  <a:schemeClr val="dk1"/>
                </a:solidFill>
              </a:rPr>
              <a:t> is </a:t>
            </a:r>
            <a:r>
              <a:rPr lang="en">
                <a:solidFill>
                  <a:srgbClr val="040C28"/>
                </a:solidFill>
                <a:highlight>
                  <a:srgbClr val="D3E3FD"/>
                </a:highlight>
              </a:rPr>
              <a:t>essential</a:t>
            </a:r>
            <a:r>
              <a:rPr lang="en">
                <a:solidFill>
                  <a:schemeClr val="dk1"/>
                </a:solidFill>
              </a:rPr>
              <a:t>. By expanding datasets to include a wide range of languages, cultures, and scenarios, we enhance the model's ability to generalize and perform accurately in real-world conditions.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Additionally, our application of </a:t>
            </a:r>
            <a:r>
              <a:rPr b="1" lang="en">
                <a:solidFill>
                  <a:schemeClr val="dk1"/>
                </a:solidFill>
              </a:rPr>
              <a:t>data augmentation techniques</a:t>
            </a:r>
            <a:r>
              <a:rPr lang="en">
                <a:solidFill>
                  <a:schemeClr val="dk1"/>
                </a:solidFill>
              </a:rPr>
              <a:t>—such as rotating, blurring, and adding noise—helps our detection models adapt to diverse and challenging environments.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Finally</a:t>
            </a:r>
            <a:r>
              <a:rPr lang="en">
                <a:solidFill>
                  <a:schemeClr val="dk1"/>
                </a:solidFill>
              </a:rPr>
              <a:t>, our </a:t>
            </a:r>
            <a:r>
              <a:rPr b="1" lang="en">
                <a:solidFill>
                  <a:schemeClr val="dk1"/>
                </a:solidFill>
              </a:rPr>
              <a:t>mixed-methods approach</a:t>
            </a:r>
            <a:r>
              <a:rPr lang="en">
                <a:solidFill>
                  <a:schemeClr val="dk1"/>
                </a:solidFill>
              </a:rPr>
              <a:t>, combining</a:t>
            </a:r>
            <a:r>
              <a:rPr lang="en">
                <a:solidFill>
                  <a:schemeClr val="dk1"/>
                </a:solidFill>
              </a:rPr>
              <a:t> quantitative analysis through augmented datasets and qualitative feedback on ethical and legal considerations, ensures that  our detection systems are both robust and responsible.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Together, these elements pave the way for more reliable and effective deepfake detection, addressing both technical and ethical challenges head-on.</a:t>
            </a:r>
            <a:br>
              <a:rPr b="1" lang="en">
                <a:solidFill>
                  <a:schemeClr val="dk1"/>
                </a:solidFill>
              </a:rPr>
            </a:br>
            <a:br>
              <a:rPr b="1" lang="en" sz="1300">
                <a:solidFill>
                  <a:schemeClr val="dk1"/>
                </a:solidFill>
              </a:rPr>
            </a:br>
            <a:br>
              <a:rPr b="1" lang="en" sz="1300">
                <a:solidFill>
                  <a:schemeClr val="dk1"/>
                </a:solidFill>
              </a:rPr>
            </a:br>
            <a:br>
              <a:rPr b="1" lang="en" sz="1300">
                <a:solidFill>
                  <a:schemeClr val="dk1"/>
                </a:solidFill>
              </a:rPr>
            </a:br>
            <a:br>
              <a:rPr b="1" lang="en" sz="1300">
                <a:solidFill>
                  <a:schemeClr val="dk1"/>
                </a:solidFill>
              </a:rPr>
            </a:br>
            <a:r>
              <a:rPr b="1" lang="en" sz="1300">
                <a:solidFill>
                  <a:schemeClr val="dk1"/>
                </a:solidFill>
              </a:rPr>
              <a:t>Conclusion: Deepfake Detection with Diverse Data and Augmentation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sources emphasize the </a:t>
            </a:r>
            <a:r>
              <a:rPr b="1" lang="en">
                <a:solidFill>
                  <a:schemeClr val="dk1"/>
                </a:solidFill>
              </a:rPr>
              <a:t>importance of using diverse data and data augmentation to improve deepfake detection models</a:t>
            </a:r>
            <a:r>
              <a:rPr lang="en">
                <a:solidFill>
                  <a:schemeClr val="dk1"/>
                </a:solidFill>
              </a:rPr>
              <a:t>. They highlight that this approach can address current limitations in deepfake detection, such as the overreliance on specific datasets that lack diversity in languages, cultures, and scenarios.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Diverse datasets</a:t>
            </a:r>
            <a:r>
              <a:rPr lang="en">
                <a:solidFill>
                  <a:schemeClr val="dk1"/>
                </a:solidFill>
              </a:rPr>
              <a:t> can enhance the generalizability of detection methods and make them more effective in real-world settings.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Data augmentation techniques</a:t>
            </a:r>
            <a:r>
              <a:rPr lang="en">
                <a:solidFill>
                  <a:schemeClr val="dk1"/>
                </a:solidFill>
              </a:rPr>
              <a:t>, like rotating, blurring, and adding noise to images, can help models recognize deepfakes under various conditions.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incorporating data from various sources, including social media platforms and synthetic data generated by GANs, models can be exposed to a broader range of content, accents, and visual styles.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can improve detection accuracy across different languages, cultures, and complex scenarios.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sources also stress the </a:t>
            </a:r>
            <a:r>
              <a:rPr b="1" lang="en">
                <a:solidFill>
                  <a:schemeClr val="dk1"/>
                </a:solidFill>
              </a:rPr>
              <a:t>importance of ethical and legal considerations</a:t>
            </a:r>
            <a:r>
              <a:rPr lang="en">
                <a:solidFill>
                  <a:schemeClr val="dk1"/>
                </a:solidFill>
              </a:rPr>
              <a:t> in developing and deploying deepfake detection tools.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Future research should align with regulations like GDPR to protect user privacy and address the misuse of deepfakes.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Transparency and accountability in media platforms should be emphasized.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Detection models should prioritize individual privacy and minimize false positives to prevent potential harm to personal reputations.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research proposes a </a:t>
            </a:r>
            <a:r>
              <a:rPr b="1" lang="en">
                <a:solidFill>
                  <a:schemeClr val="dk1"/>
                </a:solidFill>
              </a:rPr>
              <a:t>mixed-methods approach</a:t>
            </a:r>
            <a:r>
              <a:rPr lang="en">
                <a:solidFill>
                  <a:schemeClr val="dk1"/>
                </a:solidFill>
              </a:rPr>
              <a:t>, combining quantitative and qualitative data to evaluate the effectiveness of augmented deepfake detection models.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Quantitative data will include augmented deepfake datasets across various languages and scenarios.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Qualitative data will come from expert feedback on the legal and ethical implications of deploying these systems.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By adopting a multi-faceted approach that considers technical advancements, ethical frameworks, and legal regulations, we can develop more robust, reliable, and responsible deepfake detection systems. This will help mitigate the risks associated with deepfakes and harness their potential benefits for society</a:t>
            </a:r>
            <a:endParaRPr/>
          </a:p>
        </p:txBody>
      </p:sp>
      <p:sp>
        <p:nvSpPr>
          <p:cNvPr id="318" name="Google Shape;318;g3210523121a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20d2cc991a_3_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320d2cc991a_3_2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8" name="Google Shape;328;g320d2cc991a_3_2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21343b0a94_2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g321343b0a94_2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000">
              <a:solidFill>
                <a:schemeClr val="dk1"/>
              </a:solidFill>
            </a:endParaRPr>
          </a:p>
        </p:txBody>
      </p:sp>
      <p:sp>
        <p:nvSpPr>
          <p:cNvPr id="336" name="Google Shape;336;g321343b0a94_2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54" name="Shape 54"/>
        <p:cNvGrpSpPr/>
        <p:nvPr/>
      </p:nvGrpSpPr>
      <p:grpSpPr>
        <a:xfrm>
          <a:off x="0" y="0"/>
          <a:ext cx="0" cy="0"/>
          <a:chOff x="0" y="0"/>
          <a:chExt cx="0" cy="0"/>
        </a:xfrm>
      </p:grpSpPr>
      <p:sp>
        <p:nvSpPr>
          <p:cNvPr id="55" name="Google Shape;55;p14"/>
          <p:cNvSpPr txBox="1"/>
          <p:nvPr>
            <p:ph idx="1" type="body"/>
          </p:nvPr>
        </p:nvSpPr>
        <p:spPr>
          <a:xfrm>
            <a:off x="493776" y="2976372"/>
            <a:ext cx="4978908" cy="1237786"/>
          </a:xfrm>
          <a:prstGeom prst="rect">
            <a:avLst/>
          </a:prstGeom>
          <a:noFill/>
          <a:ln>
            <a:noFill/>
          </a:ln>
        </p:spPr>
        <p:txBody>
          <a:bodyPr anchorCtr="0" anchor="t" bIns="34275" lIns="0" spcFirstLastPara="1" rIns="68575" wrap="square" tIns="34275">
            <a:noAutofit/>
          </a:bodyPr>
          <a:lstStyle>
            <a:lvl1pPr indent="-228600" lvl="0" marL="457200" algn="l">
              <a:lnSpc>
                <a:spcPct val="130000"/>
              </a:lnSpc>
              <a:spcBef>
                <a:spcPts val="500"/>
              </a:spcBef>
              <a:spcAft>
                <a:spcPts val="0"/>
              </a:spcAft>
              <a:buSzPts val="2500"/>
              <a:buNone/>
              <a:defRPr b="0" i="0" sz="2100">
                <a:solidFill>
                  <a:schemeClr val="lt1"/>
                </a:solidFill>
                <a:latin typeface="Arial"/>
                <a:ea typeface="Arial"/>
                <a:cs typeface="Arial"/>
                <a:sym typeface="Aria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 name="Google Shape;56;p14"/>
          <p:cNvSpPr txBox="1"/>
          <p:nvPr>
            <p:ph type="ctrTitle"/>
          </p:nvPr>
        </p:nvSpPr>
        <p:spPr>
          <a:xfrm>
            <a:off x="493776" y="1117854"/>
            <a:ext cx="4978908" cy="1789938"/>
          </a:xfrm>
          <a:prstGeom prst="rect">
            <a:avLst/>
          </a:prstGeom>
          <a:noFill/>
          <a:ln>
            <a:noFill/>
          </a:ln>
        </p:spPr>
        <p:txBody>
          <a:bodyPr anchorCtr="0" anchor="b" bIns="34275" lIns="0" spcFirstLastPara="1" rIns="68575" wrap="square" tIns="34275">
            <a:noAutofit/>
          </a:bodyPr>
          <a:lstStyle>
            <a:lvl1pPr lvl="0" algn="l">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57" name="Google Shape;57;p14"/>
          <p:cNvPicPr preferRelativeResize="0"/>
          <p:nvPr/>
        </p:nvPicPr>
        <p:blipFill rotWithShape="1">
          <a:blip r:embed="rId3">
            <a:alphaModFix/>
          </a:blip>
          <a:srcRect b="0" l="0" r="0" t="0"/>
          <a:stretch/>
        </p:blipFill>
        <p:spPr>
          <a:xfrm>
            <a:off x="493776" y="4416738"/>
            <a:ext cx="2656618" cy="4566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showMasterSp="0">
  <p:cSld name="5_Title Slide">
    <p:bg>
      <p:bgPr>
        <a:blipFill>
          <a:blip r:embed="rId2">
            <a:alphaModFix/>
          </a:blip>
          <a:stretch>
            <a:fillRect/>
          </a:stretch>
        </a:blipFill>
      </p:bgPr>
    </p:bg>
    <p:spTree>
      <p:nvGrpSpPr>
        <p:cNvPr id="58" name="Shape 58"/>
        <p:cNvGrpSpPr/>
        <p:nvPr/>
      </p:nvGrpSpPr>
      <p:grpSpPr>
        <a:xfrm>
          <a:off x="0" y="0"/>
          <a:ext cx="0" cy="0"/>
          <a:chOff x="0" y="0"/>
          <a:chExt cx="0" cy="0"/>
        </a:xfrm>
      </p:grpSpPr>
      <p:sp>
        <p:nvSpPr>
          <p:cNvPr id="59" name="Google Shape;59;p15"/>
          <p:cNvSpPr txBox="1"/>
          <p:nvPr>
            <p:ph idx="1" type="body"/>
          </p:nvPr>
        </p:nvSpPr>
        <p:spPr>
          <a:xfrm>
            <a:off x="493776" y="2976372"/>
            <a:ext cx="4978908" cy="1237786"/>
          </a:xfrm>
          <a:prstGeom prst="rect">
            <a:avLst/>
          </a:prstGeom>
          <a:noFill/>
          <a:ln>
            <a:noFill/>
          </a:ln>
        </p:spPr>
        <p:txBody>
          <a:bodyPr anchorCtr="0" anchor="t" bIns="34275" lIns="0" spcFirstLastPara="1" rIns="68575" wrap="square" tIns="34275">
            <a:noAutofit/>
          </a:bodyPr>
          <a:lstStyle>
            <a:lvl1pPr indent="-228600" lvl="0" marL="457200" algn="l">
              <a:lnSpc>
                <a:spcPct val="130000"/>
              </a:lnSpc>
              <a:spcBef>
                <a:spcPts val="500"/>
              </a:spcBef>
              <a:spcAft>
                <a:spcPts val="0"/>
              </a:spcAft>
              <a:buSzPts val="2500"/>
              <a:buNone/>
              <a:defRPr b="0" i="0" sz="2100">
                <a:solidFill>
                  <a:schemeClr val="lt1"/>
                </a:solidFill>
                <a:latin typeface="Arial"/>
                <a:ea typeface="Arial"/>
                <a:cs typeface="Arial"/>
                <a:sym typeface="Aria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15"/>
          <p:cNvSpPr txBox="1"/>
          <p:nvPr>
            <p:ph type="ctrTitle"/>
          </p:nvPr>
        </p:nvSpPr>
        <p:spPr>
          <a:xfrm>
            <a:off x="493776" y="1117854"/>
            <a:ext cx="4978908" cy="1789938"/>
          </a:xfrm>
          <a:prstGeom prst="rect">
            <a:avLst/>
          </a:prstGeom>
          <a:noFill/>
          <a:ln>
            <a:noFill/>
          </a:ln>
        </p:spPr>
        <p:txBody>
          <a:bodyPr anchorCtr="0" anchor="b" bIns="34275" lIns="0" spcFirstLastPara="1" rIns="68575" wrap="square" tIns="34275">
            <a:noAutofit/>
          </a:bodyPr>
          <a:lstStyle>
            <a:lvl1pPr lvl="0" algn="l">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1" name="Google Shape;61;p15"/>
          <p:cNvPicPr preferRelativeResize="0"/>
          <p:nvPr/>
        </p:nvPicPr>
        <p:blipFill rotWithShape="1">
          <a:blip r:embed="rId3">
            <a:alphaModFix/>
          </a:blip>
          <a:srcRect b="0" l="0" r="0" t="0"/>
          <a:stretch/>
        </p:blipFill>
        <p:spPr>
          <a:xfrm>
            <a:off x="493776" y="4327466"/>
            <a:ext cx="2100696" cy="545919"/>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showMasterSp="0">
  <p:cSld name="2_Title Slide">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16"/>
          <p:cNvSpPr txBox="1"/>
          <p:nvPr>
            <p:ph idx="1" type="body"/>
          </p:nvPr>
        </p:nvSpPr>
        <p:spPr>
          <a:xfrm>
            <a:off x="493776" y="2976372"/>
            <a:ext cx="4337997" cy="1237786"/>
          </a:xfrm>
          <a:prstGeom prst="rect">
            <a:avLst/>
          </a:prstGeom>
          <a:noFill/>
          <a:ln>
            <a:noFill/>
          </a:ln>
        </p:spPr>
        <p:txBody>
          <a:bodyPr anchorCtr="0" anchor="t" bIns="34275" lIns="0" spcFirstLastPara="1" rIns="68575" wrap="square" tIns="34275">
            <a:noAutofit/>
          </a:bodyPr>
          <a:lstStyle>
            <a:lvl1pPr indent="-228600" lvl="0" marL="457200" algn="l">
              <a:lnSpc>
                <a:spcPct val="130000"/>
              </a:lnSpc>
              <a:spcBef>
                <a:spcPts val="500"/>
              </a:spcBef>
              <a:spcAft>
                <a:spcPts val="0"/>
              </a:spcAft>
              <a:buSzPts val="2500"/>
              <a:buNone/>
              <a:defRPr b="0" i="0" sz="2100">
                <a:solidFill>
                  <a:schemeClr val="lt1"/>
                </a:solidFill>
                <a:latin typeface="Arial"/>
                <a:ea typeface="Arial"/>
                <a:cs typeface="Arial"/>
                <a:sym typeface="Aria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 name="Google Shape;64;p16"/>
          <p:cNvSpPr txBox="1"/>
          <p:nvPr>
            <p:ph type="ctrTitle"/>
          </p:nvPr>
        </p:nvSpPr>
        <p:spPr>
          <a:xfrm>
            <a:off x="493776" y="1117854"/>
            <a:ext cx="4337997" cy="1789938"/>
          </a:xfrm>
          <a:prstGeom prst="rect">
            <a:avLst/>
          </a:prstGeom>
          <a:noFill/>
          <a:ln>
            <a:noFill/>
          </a:ln>
        </p:spPr>
        <p:txBody>
          <a:bodyPr anchorCtr="0" anchor="b" bIns="34275" lIns="0" spcFirstLastPara="1" rIns="68575" wrap="square" tIns="34275">
            <a:noAutofit/>
          </a:bodyPr>
          <a:lstStyle>
            <a:lvl1pPr lvl="0" algn="l">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5" name="Google Shape;65;p16"/>
          <p:cNvPicPr preferRelativeResize="0"/>
          <p:nvPr/>
        </p:nvPicPr>
        <p:blipFill rotWithShape="1">
          <a:blip r:embed="rId3">
            <a:alphaModFix/>
          </a:blip>
          <a:srcRect b="0" l="0" r="0" t="0"/>
          <a:stretch/>
        </p:blipFill>
        <p:spPr>
          <a:xfrm>
            <a:off x="493776" y="4416738"/>
            <a:ext cx="2656618" cy="456646"/>
          </a:xfrm>
          <a:prstGeom prst="rect">
            <a:avLst/>
          </a:prstGeom>
          <a:noFill/>
          <a:ln>
            <a:noFill/>
          </a:ln>
        </p:spPr>
      </p:pic>
      <p:sp>
        <p:nvSpPr>
          <p:cNvPr id="66" name="Google Shape;66;p16"/>
          <p:cNvSpPr/>
          <p:nvPr>
            <p:ph idx="2" type="pic"/>
          </p:nvPr>
        </p:nvSpPr>
        <p:spPr>
          <a:xfrm>
            <a:off x="5308598" y="746864"/>
            <a:ext cx="3835402" cy="4399017"/>
          </a:xfrm>
          <a:prstGeom prst="rect">
            <a:avLst/>
          </a:prstGeom>
          <a:solidFill>
            <a:srgbClr val="BFBFBF"/>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Slide" showMasterSp="0">
  <p:cSld name="8_Title Slide">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17"/>
          <p:cNvSpPr txBox="1"/>
          <p:nvPr>
            <p:ph idx="1" type="body"/>
          </p:nvPr>
        </p:nvSpPr>
        <p:spPr>
          <a:xfrm>
            <a:off x="493776" y="2976372"/>
            <a:ext cx="4337997" cy="1237786"/>
          </a:xfrm>
          <a:prstGeom prst="rect">
            <a:avLst/>
          </a:prstGeom>
          <a:noFill/>
          <a:ln>
            <a:noFill/>
          </a:ln>
        </p:spPr>
        <p:txBody>
          <a:bodyPr anchorCtr="0" anchor="t" bIns="34275" lIns="0" spcFirstLastPara="1" rIns="68575" wrap="square" tIns="34275">
            <a:noAutofit/>
          </a:bodyPr>
          <a:lstStyle>
            <a:lvl1pPr indent="-228600" lvl="0" marL="457200" algn="l">
              <a:lnSpc>
                <a:spcPct val="130000"/>
              </a:lnSpc>
              <a:spcBef>
                <a:spcPts val="500"/>
              </a:spcBef>
              <a:spcAft>
                <a:spcPts val="0"/>
              </a:spcAft>
              <a:buSzPts val="2500"/>
              <a:buNone/>
              <a:defRPr b="0" i="0" sz="2100">
                <a:solidFill>
                  <a:schemeClr val="lt1"/>
                </a:solidFill>
                <a:latin typeface="Arial"/>
                <a:ea typeface="Arial"/>
                <a:cs typeface="Arial"/>
                <a:sym typeface="Aria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9" name="Google Shape;69;p17"/>
          <p:cNvSpPr txBox="1"/>
          <p:nvPr>
            <p:ph type="ctrTitle"/>
          </p:nvPr>
        </p:nvSpPr>
        <p:spPr>
          <a:xfrm>
            <a:off x="493776" y="1117854"/>
            <a:ext cx="4337997" cy="1789938"/>
          </a:xfrm>
          <a:prstGeom prst="rect">
            <a:avLst/>
          </a:prstGeom>
          <a:noFill/>
          <a:ln>
            <a:noFill/>
          </a:ln>
        </p:spPr>
        <p:txBody>
          <a:bodyPr anchorCtr="0" anchor="b" bIns="34275" lIns="0" spcFirstLastPara="1" rIns="68575" wrap="square" tIns="34275">
            <a:noAutofit/>
          </a:bodyPr>
          <a:lstStyle>
            <a:lvl1pPr lvl="0" algn="l">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7"/>
          <p:cNvSpPr/>
          <p:nvPr>
            <p:ph idx="2" type="pic"/>
          </p:nvPr>
        </p:nvSpPr>
        <p:spPr>
          <a:xfrm>
            <a:off x="5308598" y="746864"/>
            <a:ext cx="3836130" cy="4399017"/>
          </a:xfrm>
          <a:prstGeom prst="rect">
            <a:avLst/>
          </a:prstGeom>
          <a:solidFill>
            <a:srgbClr val="BFBFBF"/>
          </a:solidFill>
          <a:ln>
            <a:noFill/>
          </a:ln>
        </p:spPr>
      </p:sp>
      <p:pic>
        <p:nvPicPr>
          <p:cNvPr id="71" name="Google Shape;71;p17"/>
          <p:cNvPicPr preferRelativeResize="0"/>
          <p:nvPr/>
        </p:nvPicPr>
        <p:blipFill rotWithShape="1">
          <a:blip r:embed="rId3">
            <a:alphaModFix/>
          </a:blip>
          <a:srcRect b="0" l="0" r="0" t="0"/>
          <a:stretch/>
        </p:blipFill>
        <p:spPr>
          <a:xfrm>
            <a:off x="493776" y="4327466"/>
            <a:ext cx="2100696" cy="545919"/>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72" name="Shape 72"/>
        <p:cNvGrpSpPr/>
        <p:nvPr/>
      </p:nvGrpSpPr>
      <p:grpSpPr>
        <a:xfrm>
          <a:off x="0" y="0"/>
          <a:ext cx="0" cy="0"/>
          <a:chOff x="0" y="0"/>
          <a:chExt cx="0" cy="0"/>
        </a:xfrm>
      </p:grpSpPr>
      <p:sp>
        <p:nvSpPr>
          <p:cNvPr id="73" name="Google Shape;73;p18"/>
          <p:cNvSpPr txBox="1"/>
          <p:nvPr>
            <p:ph type="title"/>
          </p:nvPr>
        </p:nvSpPr>
        <p:spPr>
          <a:xfrm>
            <a:off x="425196" y="1124712"/>
            <a:ext cx="5213604"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8"/>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8"/>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
        <p:nvSpPr>
          <p:cNvPr id="76" name="Google Shape;76;p18"/>
          <p:cNvSpPr/>
          <p:nvPr>
            <p:ph idx="2" type="pic"/>
          </p:nvPr>
        </p:nvSpPr>
        <p:spPr>
          <a:xfrm>
            <a:off x="425196" y="1752761"/>
            <a:ext cx="2006203" cy="2005012"/>
          </a:xfrm>
          <a:prstGeom prst="ellipse">
            <a:avLst/>
          </a:prstGeom>
          <a:solidFill>
            <a:srgbClr val="BFBFBF"/>
          </a:solidFill>
          <a:ln>
            <a:noFill/>
          </a:ln>
        </p:spPr>
      </p:sp>
      <p:sp>
        <p:nvSpPr>
          <p:cNvPr id="77" name="Google Shape;77;p18"/>
          <p:cNvSpPr txBox="1"/>
          <p:nvPr>
            <p:ph idx="1" type="body"/>
          </p:nvPr>
        </p:nvSpPr>
        <p:spPr>
          <a:xfrm>
            <a:off x="2699022" y="1752760"/>
            <a:ext cx="5595548" cy="2266028"/>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78" name="Shape 78"/>
        <p:cNvGrpSpPr/>
        <p:nvPr/>
      </p:nvGrpSpPr>
      <p:grpSpPr>
        <a:xfrm>
          <a:off x="0" y="0"/>
          <a:ext cx="0" cy="0"/>
          <a:chOff x="0" y="0"/>
          <a:chExt cx="0" cy="0"/>
        </a:xfrm>
      </p:grpSpPr>
      <p:sp>
        <p:nvSpPr>
          <p:cNvPr id="79" name="Google Shape;79;p19"/>
          <p:cNvSpPr txBox="1"/>
          <p:nvPr>
            <p:ph type="title"/>
          </p:nvPr>
        </p:nvSpPr>
        <p:spPr>
          <a:xfrm>
            <a:off x="425196" y="1124712"/>
            <a:ext cx="5213604"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9"/>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9"/>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
        <p:nvSpPr>
          <p:cNvPr id="82" name="Google Shape;82;p19"/>
          <p:cNvSpPr/>
          <p:nvPr>
            <p:ph idx="2" type="pic"/>
          </p:nvPr>
        </p:nvSpPr>
        <p:spPr>
          <a:xfrm>
            <a:off x="425196" y="1752761"/>
            <a:ext cx="2006203" cy="2005012"/>
          </a:xfrm>
          <a:prstGeom prst="ellipse">
            <a:avLst/>
          </a:prstGeom>
          <a:solidFill>
            <a:srgbClr val="BFBFBF"/>
          </a:solidFill>
          <a:ln>
            <a:noFill/>
          </a:ln>
        </p:spPr>
      </p:sp>
      <p:sp>
        <p:nvSpPr>
          <p:cNvPr id="83" name="Google Shape;83;p19"/>
          <p:cNvSpPr txBox="1"/>
          <p:nvPr>
            <p:ph idx="1" type="body"/>
          </p:nvPr>
        </p:nvSpPr>
        <p:spPr>
          <a:xfrm>
            <a:off x="425054" y="3898106"/>
            <a:ext cx="2006203" cy="367904"/>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b="1">
                <a:solidFill>
                  <a:srgbClr val="13294B"/>
                </a:solidFil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4" name="Google Shape;84;p19"/>
          <p:cNvSpPr/>
          <p:nvPr>
            <p:ph idx="3" type="pic"/>
          </p:nvPr>
        </p:nvSpPr>
        <p:spPr>
          <a:xfrm>
            <a:off x="2944609" y="1752761"/>
            <a:ext cx="2006203" cy="2005012"/>
          </a:xfrm>
          <a:prstGeom prst="ellipse">
            <a:avLst/>
          </a:prstGeom>
          <a:solidFill>
            <a:srgbClr val="BFBFBF"/>
          </a:solidFill>
          <a:ln>
            <a:noFill/>
          </a:ln>
        </p:spPr>
      </p:sp>
      <p:sp>
        <p:nvSpPr>
          <p:cNvPr id="85" name="Google Shape;85;p19"/>
          <p:cNvSpPr txBox="1"/>
          <p:nvPr>
            <p:ph idx="4" type="body"/>
          </p:nvPr>
        </p:nvSpPr>
        <p:spPr>
          <a:xfrm>
            <a:off x="2944466" y="3898106"/>
            <a:ext cx="2006203" cy="367904"/>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b="1">
                <a:solidFill>
                  <a:srgbClr val="13294B"/>
                </a:solidFil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19"/>
          <p:cNvSpPr/>
          <p:nvPr>
            <p:ph idx="5" type="pic"/>
          </p:nvPr>
        </p:nvSpPr>
        <p:spPr>
          <a:xfrm>
            <a:off x="5468847" y="1752761"/>
            <a:ext cx="2006203" cy="2005012"/>
          </a:xfrm>
          <a:prstGeom prst="ellipse">
            <a:avLst/>
          </a:prstGeom>
          <a:solidFill>
            <a:srgbClr val="BFBFBF"/>
          </a:solidFill>
          <a:ln>
            <a:noFill/>
          </a:ln>
        </p:spPr>
      </p:sp>
      <p:sp>
        <p:nvSpPr>
          <p:cNvPr id="87" name="Google Shape;87;p19"/>
          <p:cNvSpPr txBox="1"/>
          <p:nvPr>
            <p:ph idx="6" type="body"/>
          </p:nvPr>
        </p:nvSpPr>
        <p:spPr>
          <a:xfrm>
            <a:off x="5468705" y="3898106"/>
            <a:ext cx="2006203" cy="367904"/>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b="1">
                <a:solidFill>
                  <a:srgbClr val="13294B"/>
                </a:solidFil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88" name="Shape 88"/>
        <p:cNvGrpSpPr/>
        <p:nvPr/>
      </p:nvGrpSpPr>
      <p:grpSpPr>
        <a:xfrm>
          <a:off x="0" y="0"/>
          <a:ext cx="0" cy="0"/>
          <a:chOff x="0" y="0"/>
          <a:chExt cx="0" cy="0"/>
        </a:xfrm>
      </p:grpSpPr>
      <p:sp>
        <p:nvSpPr>
          <p:cNvPr id="89" name="Google Shape;89;p20"/>
          <p:cNvSpPr txBox="1"/>
          <p:nvPr>
            <p:ph type="title"/>
          </p:nvPr>
        </p:nvSpPr>
        <p:spPr>
          <a:xfrm>
            <a:off x="425196" y="1124712"/>
            <a:ext cx="5213604"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0" name="Google Shape;90;p20"/>
          <p:cNvSpPr txBox="1"/>
          <p:nvPr>
            <p:ph idx="1" type="body"/>
          </p:nvPr>
        </p:nvSpPr>
        <p:spPr>
          <a:xfrm>
            <a:off x="425196" y="1639062"/>
            <a:ext cx="5213604" cy="2907128"/>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 name="Google Shape;91;p20"/>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0"/>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ble Content">
  <p:cSld name="Title and Double Content">
    <p:spTree>
      <p:nvGrpSpPr>
        <p:cNvPr id="93" name="Shape 93"/>
        <p:cNvGrpSpPr/>
        <p:nvPr/>
      </p:nvGrpSpPr>
      <p:grpSpPr>
        <a:xfrm>
          <a:off x="0" y="0"/>
          <a:ext cx="0" cy="0"/>
          <a:chOff x="0" y="0"/>
          <a:chExt cx="0" cy="0"/>
        </a:xfrm>
      </p:grpSpPr>
      <p:sp>
        <p:nvSpPr>
          <p:cNvPr id="94" name="Google Shape;94;p21"/>
          <p:cNvSpPr txBox="1"/>
          <p:nvPr>
            <p:ph type="title"/>
          </p:nvPr>
        </p:nvSpPr>
        <p:spPr>
          <a:xfrm>
            <a:off x="425196" y="1124712"/>
            <a:ext cx="7886700"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5" name="Google Shape;95;p21"/>
          <p:cNvSpPr txBox="1"/>
          <p:nvPr>
            <p:ph idx="1" type="body"/>
          </p:nvPr>
        </p:nvSpPr>
        <p:spPr>
          <a:xfrm>
            <a:off x="425196" y="1639062"/>
            <a:ext cx="3375279" cy="2961513"/>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 name="Google Shape;96;p21"/>
          <p:cNvSpPr txBox="1"/>
          <p:nvPr>
            <p:ph idx="2" type="body"/>
          </p:nvPr>
        </p:nvSpPr>
        <p:spPr>
          <a:xfrm>
            <a:off x="4057650" y="1639062"/>
            <a:ext cx="3374136" cy="2962656"/>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21"/>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1"/>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99" name="Shape 99"/>
        <p:cNvGrpSpPr/>
        <p:nvPr/>
      </p:nvGrpSpPr>
      <p:grpSpPr>
        <a:xfrm>
          <a:off x="0" y="0"/>
          <a:ext cx="0" cy="0"/>
          <a:chOff x="0" y="0"/>
          <a:chExt cx="0" cy="0"/>
        </a:xfrm>
      </p:grpSpPr>
      <p:sp>
        <p:nvSpPr>
          <p:cNvPr id="100" name="Google Shape;100;p22"/>
          <p:cNvSpPr txBox="1"/>
          <p:nvPr>
            <p:ph type="title"/>
          </p:nvPr>
        </p:nvSpPr>
        <p:spPr>
          <a:xfrm>
            <a:off x="425196" y="1124712"/>
            <a:ext cx="7886700"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2"/>
          <p:cNvSpPr txBox="1"/>
          <p:nvPr>
            <p:ph idx="1" type="body"/>
          </p:nvPr>
        </p:nvSpPr>
        <p:spPr>
          <a:xfrm>
            <a:off x="425196" y="1639062"/>
            <a:ext cx="3854196" cy="294894"/>
          </a:xfrm>
          <a:prstGeom prst="rect">
            <a:avLst/>
          </a:prstGeom>
          <a:noFill/>
          <a:ln>
            <a:noFill/>
          </a:ln>
        </p:spPr>
        <p:txBody>
          <a:bodyPr anchorCtr="0" anchor="t" bIns="34275" lIns="68575" spcFirstLastPara="1" rIns="68575" wrap="square" tIns="34275">
            <a:spAutoFit/>
          </a:bodyPr>
          <a:lstStyle>
            <a:lvl1pPr indent="-228600" lvl="0" marL="457200" algn="l">
              <a:lnSpc>
                <a:spcPct val="130000"/>
              </a:lnSpc>
              <a:spcBef>
                <a:spcPts val="500"/>
              </a:spcBef>
              <a:spcAft>
                <a:spcPts val="0"/>
              </a:spcAft>
              <a:buSzPts val="1400"/>
              <a:buNone/>
              <a:defRPr b="1" sz="1200" cap="none">
                <a:solidFill>
                  <a:srgbClr val="13294B"/>
                </a:solidFill>
              </a:defRPr>
            </a:lvl1pPr>
            <a:lvl2pPr indent="-228600" lvl="1" marL="914400" algn="l">
              <a:lnSpc>
                <a:spcPct val="130000"/>
              </a:lnSpc>
              <a:spcBef>
                <a:spcPts val="500"/>
              </a:spcBef>
              <a:spcAft>
                <a:spcPts val="0"/>
              </a:spcAft>
              <a:buSzPts val="1800"/>
              <a:buNone/>
              <a:defRPr b="1" sz="1500"/>
            </a:lvl2pPr>
            <a:lvl3pPr indent="-228600" lvl="2" marL="1371600" algn="l">
              <a:lnSpc>
                <a:spcPct val="130000"/>
              </a:lnSpc>
              <a:spcBef>
                <a:spcPts val="500"/>
              </a:spcBef>
              <a:spcAft>
                <a:spcPts val="0"/>
              </a:spcAft>
              <a:buSzPts val="1600"/>
              <a:buNone/>
              <a:defRPr b="1" sz="1400"/>
            </a:lvl3pPr>
            <a:lvl4pPr indent="-228600" lvl="3" marL="1828800" algn="l">
              <a:lnSpc>
                <a:spcPct val="130000"/>
              </a:lnSpc>
              <a:spcBef>
                <a:spcPts val="500"/>
              </a:spcBef>
              <a:spcAft>
                <a:spcPts val="0"/>
              </a:spcAft>
              <a:buSzPts val="1400"/>
              <a:buNone/>
              <a:defRPr b="1" sz="1200"/>
            </a:lvl4pPr>
            <a:lvl5pPr indent="-228600" lvl="4" marL="2286000" algn="l">
              <a:lnSpc>
                <a:spcPct val="130000"/>
              </a:lnSpc>
              <a:spcBef>
                <a:spcPts val="500"/>
              </a:spcBef>
              <a:spcAft>
                <a:spcPts val="0"/>
              </a:spcAft>
              <a:buSzPts val="14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02" name="Google Shape;102;p22"/>
          <p:cNvSpPr txBox="1"/>
          <p:nvPr>
            <p:ph idx="2" type="body"/>
          </p:nvPr>
        </p:nvSpPr>
        <p:spPr>
          <a:xfrm>
            <a:off x="425196" y="1945005"/>
            <a:ext cx="3855386" cy="2651808"/>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Clr>
                <a:srgbClr val="FF5F05"/>
              </a:buClr>
              <a:buSzPts val="1600"/>
              <a:buFont typeface="Arial"/>
              <a:buNone/>
              <a:defRPr/>
            </a:lvl1pPr>
            <a:lvl2pPr indent="-330200" lvl="1" marL="914400" algn="l">
              <a:lnSpc>
                <a:spcPct val="130000"/>
              </a:lnSpc>
              <a:spcBef>
                <a:spcPts val="500"/>
              </a:spcBef>
              <a:spcAft>
                <a:spcPts val="0"/>
              </a:spcAft>
              <a:buClr>
                <a:srgbClr val="FF5F05"/>
              </a:buClr>
              <a:buSzPts val="1600"/>
              <a:buChar char="-"/>
              <a:defRPr/>
            </a:lvl2pPr>
            <a:lvl3pPr indent="-330200" lvl="2" marL="1371600" algn="l">
              <a:lnSpc>
                <a:spcPct val="130000"/>
              </a:lnSpc>
              <a:spcBef>
                <a:spcPts val="500"/>
              </a:spcBef>
              <a:spcAft>
                <a:spcPts val="0"/>
              </a:spcAft>
              <a:buClr>
                <a:srgbClr val="FF5F05"/>
              </a:buClr>
              <a:buSzPts val="1600"/>
              <a:buChar char="-"/>
              <a:defRPr/>
            </a:lvl3pPr>
            <a:lvl4pPr indent="-330200" lvl="3" marL="1828800" algn="l">
              <a:lnSpc>
                <a:spcPct val="130000"/>
              </a:lnSpc>
              <a:spcBef>
                <a:spcPts val="500"/>
              </a:spcBef>
              <a:spcAft>
                <a:spcPts val="0"/>
              </a:spcAft>
              <a:buClr>
                <a:srgbClr val="FF5F05"/>
              </a:buClr>
              <a:buSzPts val="1600"/>
              <a:buChar char="-"/>
              <a:defRPr/>
            </a:lvl4pPr>
            <a:lvl5pPr indent="-330200" lvl="4" marL="2286000" algn="l">
              <a:lnSpc>
                <a:spcPct val="130000"/>
              </a:lnSpc>
              <a:spcBef>
                <a:spcPts val="500"/>
              </a:spcBef>
              <a:spcAft>
                <a:spcPts val="0"/>
              </a:spcAft>
              <a:buClr>
                <a:srgbClr val="FF5F05"/>
              </a:buClr>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3" name="Google Shape;103;p22"/>
          <p:cNvSpPr txBox="1"/>
          <p:nvPr>
            <p:ph idx="3" type="body"/>
          </p:nvPr>
        </p:nvSpPr>
        <p:spPr>
          <a:xfrm>
            <a:off x="4629150" y="1639062"/>
            <a:ext cx="3854196" cy="284308"/>
          </a:xfrm>
          <a:prstGeom prst="rect">
            <a:avLst/>
          </a:prstGeom>
          <a:noFill/>
          <a:ln>
            <a:noFill/>
          </a:ln>
        </p:spPr>
        <p:txBody>
          <a:bodyPr anchorCtr="0" anchor="t" bIns="34275" lIns="68575" spcFirstLastPara="1" rIns="68575" wrap="square" tIns="34275">
            <a:spAutoFit/>
          </a:bodyPr>
          <a:lstStyle>
            <a:lvl1pPr indent="-228600" lvl="0" marL="457200" algn="l">
              <a:lnSpc>
                <a:spcPct val="130000"/>
              </a:lnSpc>
              <a:spcBef>
                <a:spcPts val="500"/>
              </a:spcBef>
              <a:spcAft>
                <a:spcPts val="0"/>
              </a:spcAft>
              <a:buSzPts val="1400"/>
              <a:buNone/>
              <a:defRPr b="1" sz="1200" cap="none">
                <a:solidFill>
                  <a:srgbClr val="13294B"/>
                </a:solidFill>
              </a:defRPr>
            </a:lvl1pPr>
            <a:lvl2pPr indent="-228600" lvl="1" marL="914400" algn="l">
              <a:lnSpc>
                <a:spcPct val="130000"/>
              </a:lnSpc>
              <a:spcBef>
                <a:spcPts val="500"/>
              </a:spcBef>
              <a:spcAft>
                <a:spcPts val="0"/>
              </a:spcAft>
              <a:buSzPts val="1800"/>
              <a:buNone/>
              <a:defRPr b="1" sz="1500"/>
            </a:lvl2pPr>
            <a:lvl3pPr indent="-228600" lvl="2" marL="1371600" algn="l">
              <a:lnSpc>
                <a:spcPct val="130000"/>
              </a:lnSpc>
              <a:spcBef>
                <a:spcPts val="500"/>
              </a:spcBef>
              <a:spcAft>
                <a:spcPts val="0"/>
              </a:spcAft>
              <a:buSzPts val="1600"/>
              <a:buNone/>
              <a:defRPr b="1" sz="1400"/>
            </a:lvl3pPr>
            <a:lvl4pPr indent="-228600" lvl="3" marL="1828800" algn="l">
              <a:lnSpc>
                <a:spcPct val="130000"/>
              </a:lnSpc>
              <a:spcBef>
                <a:spcPts val="500"/>
              </a:spcBef>
              <a:spcAft>
                <a:spcPts val="0"/>
              </a:spcAft>
              <a:buSzPts val="1400"/>
              <a:buNone/>
              <a:defRPr b="1" sz="1200"/>
            </a:lvl4pPr>
            <a:lvl5pPr indent="-228600" lvl="4" marL="2286000" algn="l">
              <a:lnSpc>
                <a:spcPct val="130000"/>
              </a:lnSpc>
              <a:spcBef>
                <a:spcPts val="500"/>
              </a:spcBef>
              <a:spcAft>
                <a:spcPts val="0"/>
              </a:spcAft>
              <a:buSzPts val="14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04" name="Google Shape;104;p22"/>
          <p:cNvSpPr txBox="1"/>
          <p:nvPr>
            <p:ph idx="4" type="body"/>
          </p:nvPr>
        </p:nvSpPr>
        <p:spPr>
          <a:xfrm>
            <a:off x="4629150" y="1943100"/>
            <a:ext cx="3854196" cy="2654046"/>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Clr>
                <a:srgbClr val="FF5F05"/>
              </a:buClr>
              <a:buSzPts val="1600"/>
              <a:buFont typeface="Arial"/>
              <a:buNone/>
              <a:defRPr/>
            </a:lvl1pPr>
            <a:lvl2pPr indent="-330200" lvl="1" marL="914400" algn="l">
              <a:lnSpc>
                <a:spcPct val="130000"/>
              </a:lnSpc>
              <a:spcBef>
                <a:spcPts val="500"/>
              </a:spcBef>
              <a:spcAft>
                <a:spcPts val="0"/>
              </a:spcAft>
              <a:buClr>
                <a:srgbClr val="FF5F05"/>
              </a:buClr>
              <a:buSzPts val="1600"/>
              <a:buChar char="-"/>
              <a:defRPr/>
            </a:lvl2pPr>
            <a:lvl3pPr indent="-330200" lvl="2" marL="1371600" algn="l">
              <a:lnSpc>
                <a:spcPct val="130000"/>
              </a:lnSpc>
              <a:spcBef>
                <a:spcPts val="500"/>
              </a:spcBef>
              <a:spcAft>
                <a:spcPts val="0"/>
              </a:spcAft>
              <a:buClr>
                <a:srgbClr val="FF5F05"/>
              </a:buClr>
              <a:buSzPts val="1600"/>
              <a:buChar char="-"/>
              <a:defRPr/>
            </a:lvl3pPr>
            <a:lvl4pPr indent="-330200" lvl="3" marL="1828800" algn="l">
              <a:lnSpc>
                <a:spcPct val="130000"/>
              </a:lnSpc>
              <a:spcBef>
                <a:spcPts val="500"/>
              </a:spcBef>
              <a:spcAft>
                <a:spcPts val="0"/>
              </a:spcAft>
              <a:buClr>
                <a:srgbClr val="FF5F05"/>
              </a:buClr>
              <a:buSzPts val="1600"/>
              <a:buChar char="-"/>
              <a:defRPr/>
            </a:lvl4pPr>
            <a:lvl5pPr indent="-330200" lvl="4" marL="2286000" algn="l">
              <a:lnSpc>
                <a:spcPct val="130000"/>
              </a:lnSpc>
              <a:spcBef>
                <a:spcPts val="500"/>
              </a:spcBef>
              <a:spcAft>
                <a:spcPts val="0"/>
              </a:spcAft>
              <a:buClr>
                <a:srgbClr val="FF5F05"/>
              </a:buClr>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5" name="Google Shape;105;p22"/>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2"/>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and Photo">
  <p:cSld name="2_Content and Photo">
    <p:spTree>
      <p:nvGrpSpPr>
        <p:cNvPr id="107" name="Shape 107"/>
        <p:cNvGrpSpPr/>
        <p:nvPr/>
      </p:nvGrpSpPr>
      <p:grpSpPr>
        <a:xfrm>
          <a:off x="0" y="0"/>
          <a:ext cx="0" cy="0"/>
          <a:chOff x="0" y="0"/>
          <a:chExt cx="0" cy="0"/>
        </a:xfrm>
      </p:grpSpPr>
      <p:sp>
        <p:nvSpPr>
          <p:cNvPr id="108" name="Google Shape;108;p23"/>
          <p:cNvSpPr txBox="1"/>
          <p:nvPr>
            <p:ph type="title"/>
          </p:nvPr>
        </p:nvSpPr>
        <p:spPr>
          <a:xfrm>
            <a:off x="425196" y="1124712"/>
            <a:ext cx="3751949"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3"/>
          <p:cNvSpPr txBox="1"/>
          <p:nvPr>
            <p:ph idx="1" type="body"/>
          </p:nvPr>
        </p:nvSpPr>
        <p:spPr>
          <a:xfrm>
            <a:off x="425195" y="1639062"/>
            <a:ext cx="3751949" cy="2627149"/>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0" name="Google Shape;110;p23"/>
          <p:cNvSpPr/>
          <p:nvPr>
            <p:ph idx="2" type="pic"/>
          </p:nvPr>
        </p:nvSpPr>
        <p:spPr>
          <a:xfrm flipH="1">
            <a:off x="4572000" y="1"/>
            <a:ext cx="4572000" cy="5143500"/>
          </a:xfrm>
          <a:prstGeom prst="round1Rect">
            <a:avLst>
              <a:gd fmla="val 0" name="adj"/>
            </a:avLst>
          </a:prstGeom>
          <a:solidFill>
            <a:srgbClr val="BFBFBF"/>
          </a:solidFill>
          <a:ln>
            <a:noFill/>
          </a:ln>
        </p:spPr>
      </p:sp>
      <p:sp>
        <p:nvSpPr>
          <p:cNvPr id="111" name="Google Shape;111;p23"/>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3"/>
          <p:cNvSpPr txBox="1"/>
          <p:nvPr>
            <p:ph idx="12" type="sldNum"/>
          </p:nvPr>
        </p:nvSpPr>
        <p:spPr>
          <a:xfrm>
            <a:off x="8425859" y="4766120"/>
            <a:ext cx="279300" cy="207900"/>
          </a:xfrm>
          <a:prstGeom prst="rect">
            <a:avLst/>
          </a:prstGeom>
          <a:noFill/>
          <a:ln>
            <a:noFill/>
          </a:ln>
        </p:spPr>
        <p:txBody>
          <a:bodyPr anchorCtr="0" anchor="ctr" bIns="34275" lIns="68575" spcFirstLastPara="1" rIns="68575" wrap="square" tIns="34275">
            <a:spAutoFit/>
          </a:bodyPr>
          <a:lstStyle>
            <a:lvl1pPr indent="0" lvl="0" marL="0" algn="ctr">
              <a:spcBef>
                <a:spcPts val="0"/>
              </a:spcBef>
              <a:buNone/>
              <a:defRPr b="0" i="0" sz="900" u="none" cap="none" strike="noStrike">
                <a:solidFill>
                  <a:schemeClr val="lt1"/>
                </a:solidFill>
                <a:latin typeface="Arial"/>
                <a:ea typeface="Arial"/>
                <a:cs typeface="Arial"/>
                <a:sym typeface="Arial"/>
              </a:defRPr>
            </a:lvl1pPr>
            <a:lvl2pPr indent="0" lvl="1" marL="0" algn="ctr">
              <a:spcBef>
                <a:spcPts val="0"/>
              </a:spcBef>
              <a:buNone/>
              <a:defRPr b="0" i="0" sz="900" u="none" cap="none" strike="noStrike">
                <a:solidFill>
                  <a:schemeClr val="lt1"/>
                </a:solidFill>
                <a:latin typeface="Arial"/>
                <a:ea typeface="Arial"/>
                <a:cs typeface="Arial"/>
                <a:sym typeface="Arial"/>
              </a:defRPr>
            </a:lvl2pPr>
            <a:lvl3pPr indent="0" lvl="2" marL="0" algn="ctr">
              <a:spcBef>
                <a:spcPts val="0"/>
              </a:spcBef>
              <a:buNone/>
              <a:defRPr b="0" i="0" sz="900" u="none" cap="none" strike="noStrike">
                <a:solidFill>
                  <a:schemeClr val="lt1"/>
                </a:solidFill>
                <a:latin typeface="Arial"/>
                <a:ea typeface="Arial"/>
                <a:cs typeface="Arial"/>
                <a:sym typeface="Arial"/>
              </a:defRPr>
            </a:lvl3pPr>
            <a:lvl4pPr indent="0" lvl="3" marL="0" algn="ctr">
              <a:spcBef>
                <a:spcPts val="0"/>
              </a:spcBef>
              <a:buNone/>
              <a:defRPr b="0" i="0" sz="900" u="none" cap="none" strike="noStrike">
                <a:solidFill>
                  <a:schemeClr val="lt1"/>
                </a:solidFill>
                <a:latin typeface="Arial"/>
                <a:ea typeface="Arial"/>
                <a:cs typeface="Arial"/>
                <a:sym typeface="Arial"/>
              </a:defRPr>
            </a:lvl4pPr>
            <a:lvl5pPr indent="0" lvl="4" marL="0" algn="ctr">
              <a:spcBef>
                <a:spcPts val="0"/>
              </a:spcBef>
              <a:buNone/>
              <a:defRPr b="0" i="0" sz="900" u="none" cap="none" strike="noStrike">
                <a:solidFill>
                  <a:schemeClr val="lt1"/>
                </a:solidFill>
                <a:latin typeface="Arial"/>
                <a:ea typeface="Arial"/>
                <a:cs typeface="Arial"/>
                <a:sym typeface="Arial"/>
              </a:defRPr>
            </a:lvl5pPr>
            <a:lvl6pPr indent="0" lvl="5" marL="0" algn="ctr">
              <a:spcBef>
                <a:spcPts val="0"/>
              </a:spcBef>
              <a:buNone/>
              <a:defRPr b="0" i="0" sz="900" u="none" cap="none" strike="noStrike">
                <a:solidFill>
                  <a:schemeClr val="lt1"/>
                </a:solidFill>
                <a:latin typeface="Arial"/>
                <a:ea typeface="Arial"/>
                <a:cs typeface="Arial"/>
                <a:sym typeface="Arial"/>
              </a:defRPr>
            </a:lvl6pPr>
            <a:lvl7pPr indent="0" lvl="6" marL="0" algn="ctr">
              <a:spcBef>
                <a:spcPts val="0"/>
              </a:spcBef>
              <a:buNone/>
              <a:defRPr b="0" i="0" sz="900" u="none" cap="none" strike="noStrike">
                <a:solidFill>
                  <a:schemeClr val="lt1"/>
                </a:solidFill>
                <a:latin typeface="Arial"/>
                <a:ea typeface="Arial"/>
                <a:cs typeface="Arial"/>
                <a:sym typeface="Arial"/>
              </a:defRPr>
            </a:lvl7pPr>
            <a:lvl8pPr indent="0" lvl="7" marL="0" algn="ctr">
              <a:spcBef>
                <a:spcPts val="0"/>
              </a:spcBef>
              <a:buNone/>
              <a:defRPr b="0" i="0" sz="900" u="none" cap="none" strike="noStrike">
                <a:solidFill>
                  <a:schemeClr val="lt1"/>
                </a:solidFill>
                <a:latin typeface="Arial"/>
                <a:ea typeface="Arial"/>
                <a:cs typeface="Arial"/>
                <a:sym typeface="Arial"/>
              </a:defRPr>
            </a:lvl8pPr>
            <a:lvl9pPr indent="0" lvl="8" marL="0" algn="ctr">
              <a:spcBef>
                <a:spcPts val="0"/>
              </a:spcBef>
              <a:buNone/>
              <a:defRPr b="0"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113" name="Shape 113"/>
        <p:cNvGrpSpPr/>
        <p:nvPr/>
      </p:nvGrpSpPr>
      <p:grpSpPr>
        <a:xfrm>
          <a:off x="0" y="0"/>
          <a:ext cx="0" cy="0"/>
          <a:chOff x="0" y="0"/>
          <a:chExt cx="0" cy="0"/>
        </a:xfrm>
      </p:grpSpPr>
      <p:sp>
        <p:nvSpPr>
          <p:cNvPr id="114" name="Google Shape;114;p24"/>
          <p:cNvSpPr txBox="1"/>
          <p:nvPr>
            <p:ph type="title"/>
          </p:nvPr>
        </p:nvSpPr>
        <p:spPr>
          <a:xfrm>
            <a:off x="425196" y="699710"/>
            <a:ext cx="8278413"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4"/>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4"/>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
        <p:nvSpPr>
          <p:cNvPr id="117" name="Google Shape;117;p24"/>
          <p:cNvSpPr txBox="1"/>
          <p:nvPr>
            <p:ph idx="1" type="body"/>
          </p:nvPr>
        </p:nvSpPr>
        <p:spPr>
          <a:xfrm>
            <a:off x="1974198" y="1327587"/>
            <a:ext cx="5180409" cy="2266198"/>
          </a:xfrm>
          <a:prstGeom prst="rect">
            <a:avLst/>
          </a:prstGeom>
          <a:noFill/>
          <a:ln>
            <a:noFill/>
          </a:ln>
        </p:spPr>
        <p:txBody>
          <a:bodyPr anchorCtr="0" anchor="ctr" bIns="34275" lIns="68575" spcFirstLastPara="1" rIns="68575" wrap="square" tIns="34275">
            <a:normAutofit/>
          </a:bodyPr>
          <a:lstStyle>
            <a:lvl1pPr indent="-228600" lvl="0" marL="457200" algn="ctr">
              <a:lnSpc>
                <a:spcPct val="130000"/>
              </a:lnSpc>
              <a:spcBef>
                <a:spcPts val="500"/>
              </a:spcBef>
              <a:spcAft>
                <a:spcPts val="0"/>
              </a:spcAft>
              <a:buSzPts val="2200"/>
              <a:buNone/>
              <a:defRPr b="0" i="1" sz="1800"/>
            </a:lvl1pPr>
            <a:lvl2pPr indent="-228600" lvl="1" marL="914400" algn="ctr">
              <a:lnSpc>
                <a:spcPct val="130000"/>
              </a:lnSpc>
              <a:spcBef>
                <a:spcPts val="500"/>
              </a:spcBef>
              <a:spcAft>
                <a:spcPts val="0"/>
              </a:spcAft>
              <a:buSzPts val="1600"/>
              <a:buNone/>
              <a:defRPr/>
            </a:lvl2pPr>
            <a:lvl3pPr indent="-330200" lvl="2" marL="1371600" algn="ctr">
              <a:lnSpc>
                <a:spcPct val="130000"/>
              </a:lnSpc>
              <a:spcBef>
                <a:spcPts val="500"/>
              </a:spcBef>
              <a:spcAft>
                <a:spcPts val="0"/>
              </a:spcAft>
              <a:buSzPts val="1600"/>
              <a:buChar char="-"/>
              <a:defRPr/>
            </a:lvl3pPr>
            <a:lvl4pPr indent="-330200" lvl="3" marL="1828800" algn="ctr">
              <a:lnSpc>
                <a:spcPct val="130000"/>
              </a:lnSpc>
              <a:spcBef>
                <a:spcPts val="500"/>
              </a:spcBef>
              <a:spcAft>
                <a:spcPts val="0"/>
              </a:spcAft>
              <a:buSzPts val="1600"/>
              <a:buChar char="-"/>
              <a:defRPr/>
            </a:lvl4pPr>
            <a:lvl5pPr indent="-330200" lvl="4" marL="2286000" algn="ctr">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8" name="Google Shape;118;p24"/>
          <p:cNvSpPr txBox="1"/>
          <p:nvPr/>
        </p:nvSpPr>
        <p:spPr>
          <a:xfrm>
            <a:off x="1468718" y="1002557"/>
            <a:ext cx="586509" cy="139653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8600" u="none" cap="none" strike="noStrike">
                <a:solidFill>
                  <a:srgbClr val="FF552E"/>
                </a:solidFill>
                <a:latin typeface="Arial"/>
                <a:ea typeface="Arial"/>
                <a:cs typeface="Arial"/>
                <a:sym typeface="Arial"/>
              </a:rPr>
              <a:t>“</a:t>
            </a:r>
            <a:endParaRPr b="0" i="0" sz="8600" u="none" cap="none" strike="noStrike">
              <a:solidFill>
                <a:schemeClr val="dk1"/>
              </a:solidFill>
              <a:latin typeface="Arial"/>
              <a:ea typeface="Arial"/>
              <a:cs typeface="Arial"/>
              <a:sym typeface="Arial"/>
            </a:endParaRPr>
          </a:p>
        </p:txBody>
      </p:sp>
      <p:sp>
        <p:nvSpPr>
          <p:cNvPr id="119" name="Google Shape;119;p24"/>
          <p:cNvSpPr txBox="1"/>
          <p:nvPr/>
        </p:nvSpPr>
        <p:spPr>
          <a:xfrm rot="10800000">
            <a:off x="7078912" y="2502967"/>
            <a:ext cx="586509" cy="139653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8600" u="none" cap="none" strike="noStrike">
                <a:solidFill>
                  <a:srgbClr val="FF552E"/>
                </a:solidFill>
                <a:latin typeface="Arial"/>
                <a:ea typeface="Arial"/>
                <a:cs typeface="Arial"/>
                <a:sym typeface="Arial"/>
              </a:rPr>
              <a:t>“</a:t>
            </a:r>
            <a:endParaRPr b="0" i="0" sz="8600" u="none" cap="none" strike="noStrike">
              <a:solidFill>
                <a:schemeClr val="dk1"/>
              </a:solidFill>
              <a:latin typeface="Arial"/>
              <a:ea typeface="Arial"/>
              <a:cs typeface="Arial"/>
              <a:sym typeface="Arial"/>
            </a:endParaRPr>
          </a:p>
        </p:txBody>
      </p:sp>
      <p:sp>
        <p:nvSpPr>
          <p:cNvPr id="120" name="Google Shape;120;p24"/>
          <p:cNvSpPr txBox="1"/>
          <p:nvPr>
            <p:ph idx="2" type="body"/>
          </p:nvPr>
        </p:nvSpPr>
        <p:spPr>
          <a:xfrm>
            <a:off x="2957059" y="3815027"/>
            <a:ext cx="3214687" cy="305990"/>
          </a:xfrm>
          <a:prstGeom prst="rect">
            <a:avLst/>
          </a:prstGeom>
          <a:noFill/>
          <a:ln>
            <a:noFill/>
          </a:ln>
        </p:spPr>
        <p:txBody>
          <a:bodyPr anchorCtr="0" anchor="ctr" bIns="34275" lIns="68575" spcFirstLastPara="1" rIns="68575" wrap="square" tIns="34275">
            <a:noAutofit/>
          </a:bodyPr>
          <a:lstStyle>
            <a:lvl1pPr indent="-228600" lvl="0" marL="457200" algn="ctr">
              <a:lnSpc>
                <a:spcPct val="130000"/>
              </a:lnSpc>
              <a:spcBef>
                <a:spcPts val="500"/>
              </a:spcBef>
              <a:spcAft>
                <a:spcPts val="0"/>
              </a:spcAft>
              <a:buSzPts val="1800"/>
              <a:buNone/>
              <a:defRPr sz="1500"/>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1" name="Google Shape;121;p24"/>
          <p:cNvSpPr/>
          <p:nvPr/>
        </p:nvSpPr>
        <p:spPr>
          <a:xfrm>
            <a:off x="4355306" y="3689035"/>
            <a:ext cx="433388" cy="62675"/>
          </a:xfrm>
          <a:prstGeom prst="rect">
            <a:avLst/>
          </a:prstGeom>
          <a:solidFill>
            <a:srgbClr val="FF5F0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Three Photos">
  <p:cSld name="Content and Three Photos">
    <p:spTree>
      <p:nvGrpSpPr>
        <p:cNvPr id="122" name="Shape 122"/>
        <p:cNvGrpSpPr/>
        <p:nvPr/>
      </p:nvGrpSpPr>
      <p:grpSpPr>
        <a:xfrm>
          <a:off x="0" y="0"/>
          <a:ext cx="0" cy="0"/>
          <a:chOff x="0" y="0"/>
          <a:chExt cx="0" cy="0"/>
        </a:xfrm>
      </p:grpSpPr>
      <p:sp>
        <p:nvSpPr>
          <p:cNvPr id="123" name="Google Shape;123;p25"/>
          <p:cNvSpPr txBox="1"/>
          <p:nvPr>
            <p:ph type="title"/>
          </p:nvPr>
        </p:nvSpPr>
        <p:spPr>
          <a:xfrm>
            <a:off x="425196" y="1124712"/>
            <a:ext cx="3186684"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25"/>
          <p:cNvSpPr txBox="1"/>
          <p:nvPr>
            <p:ph idx="1" type="body"/>
          </p:nvPr>
        </p:nvSpPr>
        <p:spPr>
          <a:xfrm>
            <a:off x="425196" y="1639062"/>
            <a:ext cx="3186684" cy="2976187"/>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5" name="Google Shape;125;p25"/>
          <p:cNvSpPr/>
          <p:nvPr>
            <p:ph idx="2" type="pic"/>
          </p:nvPr>
        </p:nvSpPr>
        <p:spPr>
          <a:xfrm>
            <a:off x="3835973" y="0"/>
            <a:ext cx="5308027" cy="2570097"/>
          </a:xfrm>
          <a:prstGeom prst="rect">
            <a:avLst/>
          </a:prstGeom>
          <a:solidFill>
            <a:srgbClr val="BFBFBF"/>
          </a:solidFill>
          <a:ln cap="flat" cmpd="sng" w="9525">
            <a:solidFill>
              <a:schemeClr val="lt1"/>
            </a:solidFill>
            <a:prstDash val="solid"/>
            <a:round/>
            <a:headEnd len="sm" w="sm" type="none"/>
            <a:tailEnd len="sm" w="sm" type="none"/>
          </a:ln>
        </p:spPr>
      </p:sp>
      <p:sp>
        <p:nvSpPr>
          <p:cNvPr id="126" name="Google Shape;126;p25"/>
          <p:cNvSpPr/>
          <p:nvPr>
            <p:ph idx="3" type="pic"/>
          </p:nvPr>
        </p:nvSpPr>
        <p:spPr>
          <a:xfrm>
            <a:off x="3835973" y="2571750"/>
            <a:ext cx="2701892" cy="2570097"/>
          </a:xfrm>
          <a:prstGeom prst="rect">
            <a:avLst/>
          </a:prstGeom>
          <a:solidFill>
            <a:srgbClr val="BFBFBF"/>
          </a:solidFill>
          <a:ln cap="flat" cmpd="sng" w="9525">
            <a:solidFill>
              <a:schemeClr val="lt1"/>
            </a:solidFill>
            <a:prstDash val="solid"/>
            <a:round/>
            <a:headEnd len="sm" w="sm" type="none"/>
            <a:tailEnd len="sm" w="sm" type="none"/>
          </a:ln>
        </p:spPr>
      </p:sp>
      <p:sp>
        <p:nvSpPr>
          <p:cNvPr id="127" name="Google Shape;127;p25"/>
          <p:cNvSpPr/>
          <p:nvPr>
            <p:ph idx="4" type="pic"/>
          </p:nvPr>
        </p:nvSpPr>
        <p:spPr>
          <a:xfrm>
            <a:off x="6525817" y="2571750"/>
            <a:ext cx="2618184" cy="2570097"/>
          </a:xfrm>
          <a:prstGeom prst="rect">
            <a:avLst/>
          </a:prstGeom>
          <a:solidFill>
            <a:srgbClr val="BFBFBF"/>
          </a:solidFill>
          <a:ln cap="flat" cmpd="sng" w="9525">
            <a:solidFill>
              <a:schemeClr val="lt1"/>
            </a:solidFill>
            <a:prstDash val="solid"/>
            <a:round/>
            <a:headEnd len="sm" w="sm" type="none"/>
            <a:tailEnd len="sm" w="sm" type="none"/>
          </a:ln>
        </p:spPr>
      </p:sp>
      <p:sp>
        <p:nvSpPr>
          <p:cNvPr id="128" name="Google Shape;128;p25"/>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5"/>
          <p:cNvSpPr txBox="1"/>
          <p:nvPr>
            <p:ph idx="12" type="sldNum"/>
          </p:nvPr>
        </p:nvSpPr>
        <p:spPr>
          <a:xfrm>
            <a:off x="8425859" y="4766120"/>
            <a:ext cx="279300" cy="207900"/>
          </a:xfrm>
          <a:prstGeom prst="rect">
            <a:avLst/>
          </a:prstGeom>
          <a:noFill/>
          <a:ln>
            <a:noFill/>
          </a:ln>
        </p:spPr>
        <p:txBody>
          <a:bodyPr anchorCtr="0" anchor="ctr" bIns="34275" lIns="68575" spcFirstLastPara="1" rIns="68575" wrap="square" tIns="34275">
            <a:spAutoFit/>
          </a:bodyPr>
          <a:lstStyle>
            <a:lvl1pPr indent="0" lvl="0" marL="0" algn="ctr">
              <a:spcBef>
                <a:spcPts val="0"/>
              </a:spcBef>
              <a:buNone/>
              <a:defRPr b="0" i="0" sz="900" u="none" cap="none" strike="noStrike">
                <a:solidFill>
                  <a:schemeClr val="lt1"/>
                </a:solidFill>
                <a:latin typeface="Arial"/>
                <a:ea typeface="Arial"/>
                <a:cs typeface="Arial"/>
                <a:sym typeface="Arial"/>
              </a:defRPr>
            </a:lvl1pPr>
            <a:lvl2pPr indent="0" lvl="1" marL="0" algn="ctr">
              <a:spcBef>
                <a:spcPts val="0"/>
              </a:spcBef>
              <a:buNone/>
              <a:defRPr b="0" i="0" sz="900" u="none" cap="none" strike="noStrike">
                <a:solidFill>
                  <a:schemeClr val="lt1"/>
                </a:solidFill>
                <a:latin typeface="Arial"/>
                <a:ea typeface="Arial"/>
                <a:cs typeface="Arial"/>
                <a:sym typeface="Arial"/>
              </a:defRPr>
            </a:lvl2pPr>
            <a:lvl3pPr indent="0" lvl="2" marL="0" algn="ctr">
              <a:spcBef>
                <a:spcPts val="0"/>
              </a:spcBef>
              <a:buNone/>
              <a:defRPr b="0" i="0" sz="900" u="none" cap="none" strike="noStrike">
                <a:solidFill>
                  <a:schemeClr val="lt1"/>
                </a:solidFill>
                <a:latin typeface="Arial"/>
                <a:ea typeface="Arial"/>
                <a:cs typeface="Arial"/>
                <a:sym typeface="Arial"/>
              </a:defRPr>
            </a:lvl3pPr>
            <a:lvl4pPr indent="0" lvl="3" marL="0" algn="ctr">
              <a:spcBef>
                <a:spcPts val="0"/>
              </a:spcBef>
              <a:buNone/>
              <a:defRPr b="0" i="0" sz="900" u="none" cap="none" strike="noStrike">
                <a:solidFill>
                  <a:schemeClr val="lt1"/>
                </a:solidFill>
                <a:latin typeface="Arial"/>
                <a:ea typeface="Arial"/>
                <a:cs typeface="Arial"/>
                <a:sym typeface="Arial"/>
              </a:defRPr>
            </a:lvl4pPr>
            <a:lvl5pPr indent="0" lvl="4" marL="0" algn="ctr">
              <a:spcBef>
                <a:spcPts val="0"/>
              </a:spcBef>
              <a:buNone/>
              <a:defRPr b="0" i="0" sz="900" u="none" cap="none" strike="noStrike">
                <a:solidFill>
                  <a:schemeClr val="lt1"/>
                </a:solidFill>
                <a:latin typeface="Arial"/>
                <a:ea typeface="Arial"/>
                <a:cs typeface="Arial"/>
                <a:sym typeface="Arial"/>
              </a:defRPr>
            </a:lvl5pPr>
            <a:lvl6pPr indent="0" lvl="5" marL="0" algn="ctr">
              <a:spcBef>
                <a:spcPts val="0"/>
              </a:spcBef>
              <a:buNone/>
              <a:defRPr b="0" i="0" sz="900" u="none" cap="none" strike="noStrike">
                <a:solidFill>
                  <a:schemeClr val="lt1"/>
                </a:solidFill>
                <a:latin typeface="Arial"/>
                <a:ea typeface="Arial"/>
                <a:cs typeface="Arial"/>
                <a:sym typeface="Arial"/>
              </a:defRPr>
            </a:lvl6pPr>
            <a:lvl7pPr indent="0" lvl="6" marL="0" algn="ctr">
              <a:spcBef>
                <a:spcPts val="0"/>
              </a:spcBef>
              <a:buNone/>
              <a:defRPr b="0" i="0" sz="900" u="none" cap="none" strike="noStrike">
                <a:solidFill>
                  <a:schemeClr val="lt1"/>
                </a:solidFill>
                <a:latin typeface="Arial"/>
                <a:ea typeface="Arial"/>
                <a:cs typeface="Arial"/>
                <a:sym typeface="Arial"/>
              </a:defRPr>
            </a:lvl7pPr>
            <a:lvl8pPr indent="0" lvl="7" marL="0" algn="ctr">
              <a:spcBef>
                <a:spcPts val="0"/>
              </a:spcBef>
              <a:buNone/>
              <a:defRPr b="0" i="0" sz="900" u="none" cap="none" strike="noStrike">
                <a:solidFill>
                  <a:schemeClr val="lt1"/>
                </a:solidFill>
                <a:latin typeface="Arial"/>
                <a:ea typeface="Arial"/>
                <a:cs typeface="Arial"/>
                <a:sym typeface="Arial"/>
              </a:defRPr>
            </a:lvl8pPr>
            <a:lvl9pPr indent="0" lvl="8" marL="0" algn="ctr">
              <a:spcBef>
                <a:spcPts val="0"/>
              </a:spcBef>
              <a:buNone/>
              <a:defRPr b="0"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Photo">
  <p:cSld name="Content and Photo">
    <p:spTree>
      <p:nvGrpSpPr>
        <p:cNvPr id="130" name="Shape 130"/>
        <p:cNvGrpSpPr/>
        <p:nvPr/>
      </p:nvGrpSpPr>
      <p:grpSpPr>
        <a:xfrm>
          <a:off x="0" y="0"/>
          <a:ext cx="0" cy="0"/>
          <a:chOff x="0" y="0"/>
          <a:chExt cx="0" cy="0"/>
        </a:xfrm>
      </p:grpSpPr>
      <p:sp>
        <p:nvSpPr>
          <p:cNvPr id="131" name="Google Shape;131;p26"/>
          <p:cNvSpPr/>
          <p:nvPr>
            <p:ph idx="2" type="pic"/>
          </p:nvPr>
        </p:nvSpPr>
        <p:spPr>
          <a:xfrm>
            <a:off x="5308598" y="746864"/>
            <a:ext cx="3835402" cy="4399017"/>
          </a:xfrm>
          <a:prstGeom prst="rect">
            <a:avLst/>
          </a:prstGeom>
          <a:solidFill>
            <a:srgbClr val="BFBFBF"/>
          </a:solidFill>
          <a:ln>
            <a:noFill/>
          </a:ln>
        </p:spPr>
      </p:sp>
      <p:sp>
        <p:nvSpPr>
          <p:cNvPr id="132" name="Google Shape;132;p26"/>
          <p:cNvSpPr txBox="1"/>
          <p:nvPr>
            <p:ph type="title"/>
          </p:nvPr>
        </p:nvSpPr>
        <p:spPr>
          <a:xfrm>
            <a:off x="425196" y="1124712"/>
            <a:ext cx="3186684"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3" name="Google Shape;133;p26"/>
          <p:cNvSpPr txBox="1"/>
          <p:nvPr>
            <p:ph idx="1" type="body"/>
          </p:nvPr>
        </p:nvSpPr>
        <p:spPr>
          <a:xfrm>
            <a:off x="425196" y="1639062"/>
            <a:ext cx="3186684" cy="2976187"/>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26"/>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6"/>
          <p:cNvSpPr txBox="1"/>
          <p:nvPr>
            <p:ph idx="12" type="sldNum"/>
          </p:nvPr>
        </p:nvSpPr>
        <p:spPr>
          <a:xfrm>
            <a:off x="8425859" y="4766120"/>
            <a:ext cx="279300" cy="207900"/>
          </a:xfrm>
          <a:prstGeom prst="rect">
            <a:avLst/>
          </a:prstGeom>
          <a:noFill/>
          <a:ln>
            <a:noFill/>
          </a:ln>
        </p:spPr>
        <p:txBody>
          <a:bodyPr anchorCtr="0" anchor="ctr" bIns="34275" lIns="68575" spcFirstLastPara="1" rIns="68575" wrap="square" tIns="34275">
            <a:spAutoFit/>
          </a:bodyPr>
          <a:lstStyle>
            <a:lvl1pPr indent="0" lvl="0" marL="0" algn="ctr">
              <a:spcBef>
                <a:spcPts val="0"/>
              </a:spcBef>
              <a:buNone/>
              <a:defRPr b="0" i="0" sz="900" u="none" cap="none" strike="noStrike">
                <a:solidFill>
                  <a:schemeClr val="lt1"/>
                </a:solidFill>
                <a:latin typeface="Arial"/>
                <a:ea typeface="Arial"/>
                <a:cs typeface="Arial"/>
                <a:sym typeface="Arial"/>
              </a:defRPr>
            </a:lvl1pPr>
            <a:lvl2pPr indent="0" lvl="1" marL="0" algn="ctr">
              <a:spcBef>
                <a:spcPts val="0"/>
              </a:spcBef>
              <a:buNone/>
              <a:defRPr b="0" i="0" sz="900" u="none" cap="none" strike="noStrike">
                <a:solidFill>
                  <a:schemeClr val="lt1"/>
                </a:solidFill>
                <a:latin typeface="Arial"/>
                <a:ea typeface="Arial"/>
                <a:cs typeface="Arial"/>
                <a:sym typeface="Arial"/>
              </a:defRPr>
            </a:lvl2pPr>
            <a:lvl3pPr indent="0" lvl="2" marL="0" algn="ctr">
              <a:spcBef>
                <a:spcPts val="0"/>
              </a:spcBef>
              <a:buNone/>
              <a:defRPr b="0" i="0" sz="900" u="none" cap="none" strike="noStrike">
                <a:solidFill>
                  <a:schemeClr val="lt1"/>
                </a:solidFill>
                <a:latin typeface="Arial"/>
                <a:ea typeface="Arial"/>
                <a:cs typeface="Arial"/>
                <a:sym typeface="Arial"/>
              </a:defRPr>
            </a:lvl3pPr>
            <a:lvl4pPr indent="0" lvl="3" marL="0" algn="ctr">
              <a:spcBef>
                <a:spcPts val="0"/>
              </a:spcBef>
              <a:buNone/>
              <a:defRPr b="0" i="0" sz="900" u="none" cap="none" strike="noStrike">
                <a:solidFill>
                  <a:schemeClr val="lt1"/>
                </a:solidFill>
                <a:latin typeface="Arial"/>
                <a:ea typeface="Arial"/>
                <a:cs typeface="Arial"/>
                <a:sym typeface="Arial"/>
              </a:defRPr>
            </a:lvl4pPr>
            <a:lvl5pPr indent="0" lvl="4" marL="0" algn="ctr">
              <a:spcBef>
                <a:spcPts val="0"/>
              </a:spcBef>
              <a:buNone/>
              <a:defRPr b="0" i="0" sz="900" u="none" cap="none" strike="noStrike">
                <a:solidFill>
                  <a:schemeClr val="lt1"/>
                </a:solidFill>
                <a:latin typeface="Arial"/>
                <a:ea typeface="Arial"/>
                <a:cs typeface="Arial"/>
                <a:sym typeface="Arial"/>
              </a:defRPr>
            </a:lvl5pPr>
            <a:lvl6pPr indent="0" lvl="5" marL="0" algn="ctr">
              <a:spcBef>
                <a:spcPts val="0"/>
              </a:spcBef>
              <a:buNone/>
              <a:defRPr b="0" i="0" sz="900" u="none" cap="none" strike="noStrike">
                <a:solidFill>
                  <a:schemeClr val="lt1"/>
                </a:solidFill>
                <a:latin typeface="Arial"/>
                <a:ea typeface="Arial"/>
                <a:cs typeface="Arial"/>
                <a:sym typeface="Arial"/>
              </a:defRPr>
            </a:lvl6pPr>
            <a:lvl7pPr indent="0" lvl="6" marL="0" algn="ctr">
              <a:spcBef>
                <a:spcPts val="0"/>
              </a:spcBef>
              <a:buNone/>
              <a:defRPr b="0" i="0" sz="900" u="none" cap="none" strike="noStrike">
                <a:solidFill>
                  <a:schemeClr val="lt1"/>
                </a:solidFill>
                <a:latin typeface="Arial"/>
                <a:ea typeface="Arial"/>
                <a:cs typeface="Arial"/>
                <a:sym typeface="Arial"/>
              </a:defRPr>
            </a:lvl7pPr>
            <a:lvl8pPr indent="0" lvl="7" marL="0" algn="ctr">
              <a:spcBef>
                <a:spcPts val="0"/>
              </a:spcBef>
              <a:buNone/>
              <a:defRPr b="0" i="0" sz="900" u="none" cap="none" strike="noStrike">
                <a:solidFill>
                  <a:schemeClr val="lt1"/>
                </a:solidFill>
                <a:latin typeface="Arial"/>
                <a:ea typeface="Arial"/>
                <a:cs typeface="Arial"/>
                <a:sym typeface="Arial"/>
              </a:defRPr>
            </a:lvl8pPr>
            <a:lvl9pPr indent="0" lvl="8" marL="0" algn="ctr">
              <a:spcBef>
                <a:spcPts val="0"/>
              </a:spcBef>
              <a:buNone/>
              <a:defRPr b="0"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and Photo">
  <p:cSld name="1_Content and Photo">
    <p:spTree>
      <p:nvGrpSpPr>
        <p:cNvPr id="136" name="Shape 136"/>
        <p:cNvGrpSpPr/>
        <p:nvPr/>
      </p:nvGrpSpPr>
      <p:grpSpPr>
        <a:xfrm>
          <a:off x="0" y="0"/>
          <a:ext cx="0" cy="0"/>
          <a:chOff x="0" y="0"/>
          <a:chExt cx="0" cy="0"/>
        </a:xfrm>
      </p:grpSpPr>
      <p:sp>
        <p:nvSpPr>
          <p:cNvPr id="137" name="Google Shape;137;p27"/>
          <p:cNvSpPr txBox="1"/>
          <p:nvPr>
            <p:ph type="title"/>
          </p:nvPr>
        </p:nvSpPr>
        <p:spPr>
          <a:xfrm>
            <a:off x="425196" y="1124712"/>
            <a:ext cx="3751949"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8" name="Google Shape;138;p27"/>
          <p:cNvSpPr txBox="1"/>
          <p:nvPr>
            <p:ph idx="1" type="body"/>
          </p:nvPr>
        </p:nvSpPr>
        <p:spPr>
          <a:xfrm>
            <a:off x="425195" y="1639062"/>
            <a:ext cx="3751949" cy="2698400"/>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9" name="Google Shape;139;p27"/>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7"/>
          <p:cNvSpPr txBox="1"/>
          <p:nvPr>
            <p:ph idx="12" type="sldNum"/>
          </p:nvPr>
        </p:nvSpPr>
        <p:spPr>
          <a:xfrm>
            <a:off x="8425859" y="4766120"/>
            <a:ext cx="279300" cy="207900"/>
          </a:xfrm>
          <a:prstGeom prst="rect">
            <a:avLst/>
          </a:prstGeom>
          <a:noFill/>
          <a:ln>
            <a:noFill/>
          </a:ln>
        </p:spPr>
        <p:txBody>
          <a:bodyPr anchorCtr="0" anchor="ctr" bIns="34275" lIns="68575" spcFirstLastPara="1" rIns="68575" wrap="square" tIns="34275">
            <a:spAutoFit/>
          </a:bodyPr>
          <a:lstStyle>
            <a:lvl1pPr indent="0" lvl="0" marL="0" algn="ctr">
              <a:spcBef>
                <a:spcPts val="0"/>
              </a:spcBef>
              <a:buNone/>
              <a:defRPr b="0" i="0" sz="900" u="none" cap="none" strike="noStrike">
                <a:solidFill>
                  <a:schemeClr val="lt1"/>
                </a:solidFill>
                <a:latin typeface="Arial"/>
                <a:ea typeface="Arial"/>
                <a:cs typeface="Arial"/>
                <a:sym typeface="Arial"/>
              </a:defRPr>
            </a:lvl1pPr>
            <a:lvl2pPr indent="0" lvl="1" marL="0" algn="ctr">
              <a:spcBef>
                <a:spcPts val="0"/>
              </a:spcBef>
              <a:buNone/>
              <a:defRPr b="0" i="0" sz="900" u="none" cap="none" strike="noStrike">
                <a:solidFill>
                  <a:schemeClr val="lt1"/>
                </a:solidFill>
                <a:latin typeface="Arial"/>
                <a:ea typeface="Arial"/>
                <a:cs typeface="Arial"/>
                <a:sym typeface="Arial"/>
              </a:defRPr>
            </a:lvl2pPr>
            <a:lvl3pPr indent="0" lvl="2" marL="0" algn="ctr">
              <a:spcBef>
                <a:spcPts val="0"/>
              </a:spcBef>
              <a:buNone/>
              <a:defRPr b="0" i="0" sz="900" u="none" cap="none" strike="noStrike">
                <a:solidFill>
                  <a:schemeClr val="lt1"/>
                </a:solidFill>
                <a:latin typeface="Arial"/>
                <a:ea typeface="Arial"/>
                <a:cs typeface="Arial"/>
                <a:sym typeface="Arial"/>
              </a:defRPr>
            </a:lvl3pPr>
            <a:lvl4pPr indent="0" lvl="3" marL="0" algn="ctr">
              <a:spcBef>
                <a:spcPts val="0"/>
              </a:spcBef>
              <a:buNone/>
              <a:defRPr b="0" i="0" sz="900" u="none" cap="none" strike="noStrike">
                <a:solidFill>
                  <a:schemeClr val="lt1"/>
                </a:solidFill>
                <a:latin typeface="Arial"/>
                <a:ea typeface="Arial"/>
                <a:cs typeface="Arial"/>
                <a:sym typeface="Arial"/>
              </a:defRPr>
            </a:lvl4pPr>
            <a:lvl5pPr indent="0" lvl="4" marL="0" algn="ctr">
              <a:spcBef>
                <a:spcPts val="0"/>
              </a:spcBef>
              <a:buNone/>
              <a:defRPr b="0" i="0" sz="900" u="none" cap="none" strike="noStrike">
                <a:solidFill>
                  <a:schemeClr val="lt1"/>
                </a:solidFill>
                <a:latin typeface="Arial"/>
                <a:ea typeface="Arial"/>
                <a:cs typeface="Arial"/>
                <a:sym typeface="Arial"/>
              </a:defRPr>
            </a:lvl5pPr>
            <a:lvl6pPr indent="0" lvl="5" marL="0" algn="ctr">
              <a:spcBef>
                <a:spcPts val="0"/>
              </a:spcBef>
              <a:buNone/>
              <a:defRPr b="0" i="0" sz="900" u="none" cap="none" strike="noStrike">
                <a:solidFill>
                  <a:schemeClr val="lt1"/>
                </a:solidFill>
                <a:latin typeface="Arial"/>
                <a:ea typeface="Arial"/>
                <a:cs typeface="Arial"/>
                <a:sym typeface="Arial"/>
              </a:defRPr>
            </a:lvl6pPr>
            <a:lvl7pPr indent="0" lvl="6" marL="0" algn="ctr">
              <a:spcBef>
                <a:spcPts val="0"/>
              </a:spcBef>
              <a:buNone/>
              <a:defRPr b="0" i="0" sz="900" u="none" cap="none" strike="noStrike">
                <a:solidFill>
                  <a:schemeClr val="lt1"/>
                </a:solidFill>
                <a:latin typeface="Arial"/>
                <a:ea typeface="Arial"/>
                <a:cs typeface="Arial"/>
                <a:sym typeface="Arial"/>
              </a:defRPr>
            </a:lvl7pPr>
            <a:lvl8pPr indent="0" lvl="7" marL="0" algn="ctr">
              <a:spcBef>
                <a:spcPts val="0"/>
              </a:spcBef>
              <a:buNone/>
              <a:defRPr b="0" i="0" sz="900" u="none" cap="none" strike="noStrike">
                <a:solidFill>
                  <a:schemeClr val="lt1"/>
                </a:solidFill>
                <a:latin typeface="Arial"/>
                <a:ea typeface="Arial"/>
                <a:cs typeface="Arial"/>
                <a:sym typeface="Arial"/>
              </a:defRPr>
            </a:lvl8pPr>
            <a:lvl9pPr indent="0" lvl="8" marL="0" algn="ctr">
              <a:spcBef>
                <a:spcPts val="0"/>
              </a:spcBef>
              <a:buNone/>
              <a:defRPr b="0"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Width Photo">
  <p:cSld name="Full Width Photo">
    <p:spTree>
      <p:nvGrpSpPr>
        <p:cNvPr id="141" name="Shape 141"/>
        <p:cNvGrpSpPr/>
        <p:nvPr/>
      </p:nvGrpSpPr>
      <p:grpSpPr>
        <a:xfrm>
          <a:off x="0" y="0"/>
          <a:ext cx="0" cy="0"/>
          <a:chOff x="0" y="0"/>
          <a:chExt cx="0" cy="0"/>
        </a:xfrm>
      </p:grpSpPr>
      <p:sp>
        <p:nvSpPr>
          <p:cNvPr id="142" name="Google Shape;142;p28"/>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8"/>
          <p:cNvSpPr txBox="1"/>
          <p:nvPr>
            <p:ph idx="12" type="sldNum"/>
          </p:nvPr>
        </p:nvSpPr>
        <p:spPr>
          <a:xfrm>
            <a:off x="8425859" y="4766120"/>
            <a:ext cx="279300" cy="207900"/>
          </a:xfrm>
          <a:prstGeom prst="rect">
            <a:avLst/>
          </a:prstGeom>
          <a:noFill/>
          <a:ln>
            <a:noFill/>
          </a:ln>
        </p:spPr>
        <p:txBody>
          <a:bodyPr anchorCtr="0" anchor="ctr" bIns="34275" lIns="68575" spcFirstLastPara="1" rIns="68575" wrap="square" tIns="34275">
            <a:spAutoFit/>
          </a:bodyPr>
          <a:lstStyle>
            <a:lvl1pPr indent="0" lvl="0" marL="0" algn="ctr">
              <a:spcBef>
                <a:spcPts val="0"/>
              </a:spcBef>
              <a:buNone/>
              <a:defRPr b="0" i="0" sz="900" u="none" cap="none" strike="noStrike">
                <a:solidFill>
                  <a:schemeClr val="lt1"/>
                </a:solidFill>
                <a:latin typeface="Arial"/>
                <a:ea typeface="Arial"/>
                <a:cs typeface="Arial"/>
                <a:sym typeface="Arial"/>
              </a:defRPr>
            </a:lvl1pPr>
            <a:lvl2pPr indent="0" lvl="1" marL="0" algn="ctr">
              <a:spcBef>
                <a:spcPts val="0"/>
              </a:spcBef>
              <a:buNone/>
              <a:defRPr b="0" i="0" sz="900" u="none" cap="none" strike="noStrike">
                <a:solidFill>
                  <a:schemeClr val="lt1"/>
                </a:solidFill>
                <a:latin typeface="Arial"/>
                <a:ea typeface="Arial"/>
                <a:cs typeface="Arial"/>
                <a:sym typeface="Arial"/>
              </a:defRPr>
            </a:lvl2pPr>
            <a:lvl3pPr indent="0" lvl="2" marL="0" algn="ctr">
              <a:spcBef>
                <a:spcPts val="0"/>
              </a:spcBef>
              <a:buNone/>
              <a:defRPr b="0" i="0" sz="900" u="none" cap="none" strike="noStrike">
                <a:solidFill>
                  <a:schemeClr val="lt1"/>
                </a:solidFill>
                <a:latin typeface="Arial"/>
                <a:ea typeface="Arial"/>
                <a:cs typeface="Arial"/>
                <a:sym typeface="Arial"/>
              </a:defRPr>
            </a:lvl3pPr>
            <a:lvl4pPr indent="0" lvl="3" marL="0" algn="ctr">
              <a:spcBef>
                <a:spcPts val="0"/>
              </a:spcBef>
              <a:buNone/>
              <a:defRPr b="0" i="0" sz="900" u="none" cap="none" strike="noStrike">
                <a:solidFill>
                  <a:schemeClr val="lt1"/>
                </a:solidFill>
                <a:latin typeface="Arial"/>
                <a:ea typeface="Arial"/>
                <a:cs typeface="Arial"/>
                <a:sym typeface="Arial"/>
              </a:defRPr>
            </a:lvl4pPr>
            <a:lvl5pPr indent="0" lvl="4" marL="0" algn="ctr">
              <a:spcBef>
                <a:spcPts val="0"/>
              </a:spcBef>
              <a:buNone/>
              <a:defRPr b="0" i="0" sz="900" u="none" cap="none" strike="noStrike">
                <a:solidFill>
                  <a:schemeClr val="lt1"/>
                </a:solidFill>
                <a:latin typeface="Arial"/>
                <a:ea typeface="Arial"/>
                <a:cs typeface="Arial"/>
                <a:sym typeface="Arial"/>
              </a:defRPr>
            </a:lvl5pPr>
            <a:lvl6pPr indent="0" lvl="5" marL="0" algn="ctr">
              <a:spcBef>
                <a:spcPts val="0"/>
              </a:spcBef>
              <a:buNone/>
              <a:defRPr b="0" i="0" sz="900" u="none" cap="none" strike="noStrike">
                <a:solidFill>
                  <a:schemeClr val="lt1"/>
                </a:solidFill>
                <a:latin typeface="Arial"/>
                <a:ea typeface="Arial"/>
                <a:cs typeface="Arial"/>
                <a:sym typeface="Arial"/>
              </a:defRPr>
            </a:lvl6pPr>
            <a:lvl7pPr indent="0" lvl="6" marL="0" algn="ctr">
              <a:spcBef>
                <a:spcPts val="0"/>
              </a:spcBef>
              <a:buNone/>
              <a:defRPr b="0" i="0" sz="900" u="none" cap="none" strike="noStrike">
                <a:solidFill>
                  <a:schemeClr val="lt1"/>
                </a:solidFill>
                <a:latin typeface="Arial"/>
                <a:ea typeface="Arial"/>
                <a:cs typeface="Arial"/>
                <a:sym typeface="Arial"/>
              </a:defRPr>
            </a:lvl7pPr>
            <a:lvl8pPr indent="0" lvl="7" marL="0" algn="ctr">
              <a:spcBef>
                <a:spcPts val="0"/>
              </a:spcBef>
              <a:buNone/>
              <a:defRPr b="0" i="0" sz="900" u="none" cap="none" strike="noStrike">
                <a:solidFill>
                  <a:schemeClr val="lt1"/>
                </a:solidFill>
                <a:latin typeface="Arial"/>
                <a:ea typeface="Arial"/>
                <a:cs typeface="Arial"/>
                <a:sym typeface="Arial"/>
              </a:defRPr>
            </a:lvl8pPr>
            <a:lvl9pPr indent="0" lvl="8" marL="0" algn="ctr">
              <a:spcBef>
                <a:spcPts val="0"/>
              </a:spcBef>
              <a:buNone/>
              <a:defRPr b="0"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
        <p:nvSpPr>
          <p:cNvPr id="144" name="Google Shape;144;p28"/>
          <p:cNvSpPr txBox="1"/>
          <p:nvPr>
            <p:ph type="title"/>
          </p:nvPr>
        </p:nvSpPr>
        <p:spPr>
          <a:xfrm>
            <a:off x="425196" y="1124712"/>
            <a:ext cx="8278413"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5" name="Google Shape;145;p28"/>
          <p:cNvSpPr/>
          <p:nvPr>
            <p:ph idx="2" type="pic"/>
          </p:nvPr>
        </p:nvSpPr>
        <p:spPr>
          <a:xfrm>
            <a:off x="0" y="0"/>
            <a:ext cx="9144000" cy="5143500"/>
          </a:xfrm>
          <a:prstGeom prst="rect">
            <a:avLst/>
          </a:prstGeom>
          <a:solidFill>
            <a:srgbClr val="BFBFBF"/>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Graph">
  <p:cSld name="Content and Graph">
    <p:spTree>
      <p:nvGrpSpPr>
        <p:cNvPr id="146" name="Shape 146"/>
        <p:cNvGrpSpPr/>
        <p:nvPr/>
      </p:nvGrpSpPr>
      <p:grpSpPr>
        <a:xfrm>
          <a:off x="0" y="0"/>
          <a:ext cx="0" cy="0"/>
          <a:chOff x="0" y="0"/>
          <a:chExt cx="0" cy="0"/>
        </a:xfrm>
      </p:grpSpPr>
      <p:sp>
        <p:nvSpPr>
          <p:cNvPr id="147" name="Google Shape;147;p29"/>
          <p:cNvSpPr txBox="1"/>
          <p:nvPr>
            <p:ph type="title"/>
          </p:nvPr>
        </p:nvSpPr>
        <p:spPr>
          <a:xfrm>
            <a:off x="425196" y="1124712"/>
            <a:ext cx="3186684"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8" name="Google Shape;148;p29"/>
          <p:cNvSpPr txBox="1"/>
          <p:nvPr>
            <p:ph idx="1" type="body"/>
          </p:nvPr>
        </p:nvSpPr>
        <p:spPr>
          <a:xfrm>
            <a:off x="425196" y="1639062"/>
            <a:ext cx="3186684" cy="2976187"/>
          </a:xfrm>
          <a:prstGeom prst="rect">
            <a:avLst/>
          </a:prstGeom>
          <a:noFill/>
          <a:ln>
            <a:noFill/>
          </a:ln>
        </p:spPr>
        <p:txBody>
          <a:bodyPr anchorCtr="0" anchor="t" bIns="34275" lIns="68575" spcFirstLastPara="1" rIns="68575" wrap="square" tIns="34275">
            <a:noAutofit/>
          </a:bodyPr>
          <a:lstStyle>
            <a:lvl1pPr indent="-228600" lvl="0" marL="457200" algn="l">
              <a:lnSpc>
                <a:spcPct val="130000"/>
              </a:lnSpc>
              <a:spcBef>
                <a:spcPts val="500"/>
              </a:spcBef>
              <a:spcAft>
                <a:spcPts val="0"/>
              </a:spcAft>
              <a:buSzPts val="1600"/>
              <a:buNone/>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29"/>
          <p:cNvSpPr/>
          <p:nvPr>
            <p:ph idx="2" type="chart"/>
          </p:nvPr>
        </p:nvSpPr>
        <p:spPr>
          <a:xfrm>
            <a:off x="3871451" y="1482214"/>
            <a:ext cx="4743864" cy="2975487"/>
          </a:xfrm>
          <a:prstGeom prst="rect">
            <a:avLst/>
          </a:prstGeom>
          <a:solidFill>
            <a:srgbClr val="BFBFBF"/>
          </a:solidFill>
          <a:ln>
            <a:noFill/>
          </a:ln>
        </p:spPr>
        <p:txBody>
          <a:bodyPr anchorCtr="0" anchor="ctr" bIns="34275" lIns="68575" spcFirstLastPara="1" rIns="68575" wrap="square" tIns="34275">
            <a:noAutofit/>
          </a:bodyPr>
          <a:lstStyle>
            <a:lvl1pPr lvl="0" marR="0" rtl="0" algn="ctr">
              <a:lnSpc>
                <a:spcPct val="90000"/>
              </a:lnSpc>
              <a:spcBef>
                <a:spcPts val="800"/>
              </a:spcBef>
              <a:spcAft>
                <a:spcPts val="0"/>
              </a:spcAft>
              <a:buClr>
                <a:srgbClr val="13294B"/>
              </a:buClr>
              <a:buSzPts val="1200"/>
              <a:buFont typeface="Arial"/>
              <a:buNone/>
              <a:defRPr b="0" i="0" sz="1200" u="none" cap="none" strike="noStrike">
                <a:solidFill>
                  <a:srgbClr val="13294B"/>
                </a:solidFill>
                <a:latin typeface="Arial"/>
                <a:ea typeface="Arial"/>
                <a:cs typeface="Arial"/>
                <a:sym typeface="Arial"/>
              </a:defRPr>
            </a:lvl1pPr>
            <a:lvl2pPr lvl="1" marR="0" rtl="0" algn="l">
              <a:lnSpc>
                <a:spcPct val="130000"/>
              </a:lnSpc>
              <a:spcBef>
                <a:spcPts val="500"/>
              </a:spcBef>
              <a:spcAft>
                <a:spcPts val="0"/>
              </a:spcAft>
              <a:buClr>
                <a:srgbClr val="FF5F05"/>
              </a:buClr>
              <a:buSzPts val="1600"/>
              <a:buFont typeface="NTR"/>
              <a:buChar char="-"/>
              <a:defRPr b="0" i="0" sz="1400" u="none" cap="none" strike="noStrike">
                <a:solidFill>
                  <a:srgbClr val="13294B"/>
                </a:solidFill>
                <a:latin typeface="Arial"/>
                <a:ea typeface="Arial"/>
                <a:cs typeface="Arial"/>
                <a:sym typeface="Arial"/>
              </a:defRPr>
            </a:lvl2pPr>
            <a:lvl3pPr lvl="2" marR="0" rtl="0" algn="l">
              <a:lnSpc>
                <a:spcPct val="130000"/>
              </a:lnSpc>
              <a:spcBef>
                <a:spcPts val="500"/>
              </a:spcBef>
              <a:spcAft>
                <a:spcPts val="0"/>
              </a:spcAft>
              <a:buClr>
                <a:srgbClr val="FF5F05"/>
              </a:buClr>
              <a:buSzPts val="1600"/>
              <a:buFont typeface="NTR"/>
              <a:buChar char="-"/>
              <a:defRPr b="0" i="0" sz="1400" u="none" cap="none" strike="noStrike">
                <a:solidFill>
                  <a:srgbClr val="13294B"/>
                </a:solidFill>
                <a:latin typeface="Arial"/>
                <a:ea typeface="Arial"/>
                <a:cs typeface="Arial"/>
                <a:sym typeface="Arial"/>
              </a:defRPr>
            </a:lvl3pPr>
            <a:lvl4pPr lvl="3" marR="0" rtl="0" algn="l">
              <a:lnSpc>
                <a:spcPct val="130000"/>
              </a:lnSpc>
              <a:spcBef>
                <a:spcPts val="500"/>
              </a:spcBef>
              <a:spcAft>
                <a:spcPts val="0"/>
              </a:spcAft>
              <a:buClr>
                <a:srgbClr val="FF5F05"/>
              </a:buClr>
              <a:buSzPts val="1600"/>
              <a:buFont typeface="NTR"/>
              <a:buChar char="-"/>
              <a:defRPr b="0" i="0" sz="1400" u="none" cap="none" strike="noStrike">
                <a:solidFill>
                  <a:srgbClr val="13294B"/>
                </a:solidFill>
                <a:latin typeface="Arial"/>
                <a:ea typeface="Arial"/>
                <a:cs typeface="Arial"/>
                <a:sym typeface="Arial"/>
              </a:defRPr>
            </a:lvl4pPr>
            <a:lvl5pPr lvl="4" marR="0" rtl="0" algn="l">
              <a:lnSpc>
                <a:spcPct val="130000"/>
              </a:lnSpc>
              <a:spcBef>
                <a:spcPts val="500"/>
              </a:spcBef>
              <a:spcAft>
                <a:spcPts val="0"/>
              </a:spcAft>
              <a:buClr>
                <a:srgbClr val="FF5F05"/>
              </a:buClr>
              <a:buSzPts val="1600"/>
              <a:buFont typeface="NTR"/>
              <a:buChar char="-"/>
              <a:defRPr b="0" i="0" sz="1400" u="none" cap="none" strike="noStrike">
                <a:solidFill>
                  <a:srgbClr val="13294B"/>
                </a:solidFill>
                <a:latin typeface="Arial"/>
                <a:ea typeface="Arial"/>
                <a:cs typeface="Arial"/>
                <a:sym typeface="Arial"/>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50" name="Google Shape;150;p29"/>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9"/>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showMasterSp="0">
  <p:cSld name="3_Title Slide">
    <p:bg>
      <p:bgPr>
        <a:blipFill>
          <a:blip r:embed="rId2">
            <a:alphaModFix/>
          </a:blip>
          <a:stretch>
            <a:fillRect/>
          </a:stretch>
        </a:blipFill>
      </p:bgPr>
    </p:bg>
    <p:spTree>
      <p:nvGrpSpPr>
        <p:cNvPr id="152" name="Shape 152"/>
        <p:cNvGrpSpPr/>
        <p:nvPr/>
      </p:nvGrpSpPr>
      <p:grpSpPr>
        <a:xfrm>
          <a:off x="0" y="0"/>
          <a:ext cx="0" cy="0"/>
          <a:chOff x="0" y="0"/>
          <a:chExt cx="0" cy="0"/>
        </a:xfrm>
      </p:grpSpPr>
      <p:sp>
        <p:nvSpPr>
          <p:cNvPr id="153" name="Google Shape;153;p30"/>
          <p:cNvSpPr txBox="1"/>
          <p:nvPr>
            <p:ph idx="1" type="body"/>
          </p:nvPr>
        </p:nvSpPr>
        <p:spPr>
          <a:xfrm>
            <a:off x="493776" y="2976372"/>
            <a:ext cx="4978908" cy="1237786"/>
          </a:xfrm>
          <a:prstGeom prst="rect">
            <a:avLst/>
          </a:prstGeom>
          <a:noFill/>
          <a:ln>
            <a:noFill/>
          </a:ln>
        </p:spPr>
        <p:txBody>
          <a:bodyPr anchorCtr="0" anchor="t" bIns="34275" lIns="0" spcFirstLastPara="1" rIns="68575" wrap="square" tIns="34275">
            <a:noAutofit/>
          </a:bodyPr>
          <a:lstStyle>
            <a:lvl1pPr indent="-228600" lvl="0" marL="457200" algn="l">
              <a:lnSpc>
                <a:spcPct val="130000"/>
              </a:lnSpc>
              <a:spcBef>
                <a:spcPts val="500"/>
              </a:spcBef>
              <a:spcAft>
                <a:spcPts val="0"/>
              </a:spcAft>
              <a:buSzPts val="2500"/>
              <a:buNone/>
              <a:defRPr b="0" i="0" sz="2100">
                <a:solidFill>
                  <a:srgbClr val="13294B"/>
                </a:solidFill>
                <a:latin typeface="Arial"/>
                <a:ea typeface="Arial"/>
                <a:cs typeface="Arial"/>
                <a:sym typeface="Aria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 name="Google Shape;154;p30"/>
          <p:cNvSpPr txBox="1"/>
          <p:nvPr>
            <p:ph type="ctrTitle"/>
          </p:nvPr>
        </p:nvSpPr>
        <p:spPr>
          <a:xfrm>
            <a:off x="493776" y="1117854"/>
            <a:ext cx="4978908" cy="1789938"/>
          </a:xfrm>
          <a:prstGeom prst="rect">
            <a:avLst/>
          </a:prstGeom>
          <a:noFill/>
          <a:ln>
            <a:noFill/>
          </a:ln>
        </p:spPr>
        <p:txBody>
          <a:bodyPr anchorCtr="0" anchor="b" bIns="34275" lIns="0" spcFirstLastPara="1" rIns="68575" wrap="square" tIns="34275">
            <a:noAutofit/>
          </a:bodyPr>
          <a:lstStyle>
            <a:lvl1pPr lvl="0" algn="l">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55" name="Google Shape;155;p30"/>
          <p:cNvPicPr preferRelativeResize="0"/>
          <p:nvPr/>
        </p:nvPicPr>
        <p:blipFill rotWithShape="1">
          <a:blip r:embed="rId3">
            <a:alphaModFix/>
          </a:blip>
          <a:srcRect b="0" l="0" r="0" t="0"/>
          <a:stretch/>
        </p:blipFill>
        <p:spPr>
          <a:xfrm>
            <a:off x="493776" y="4416739"/>
            <a:ext cx="2656618" cy="4566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showMasterSp="0">
  <p:cSld name="4_Title Slide">
    <p:bg>
      <p:bgPr>
        <a:blipFill>
          <a:blip r:embed="rId2">
            <a:alphaModFix/>
          </a:blip>
          <a:stretch>
            <a:fillRect/>
          </a:stretch>
        </a:blipFill>
      </p:bgPr>
    </p:bg>
    <p:spTree>
      <p:nvGrpSpPr>
        <p:cNvPr id="156" name="Shape 156"/>
        <p:cNvGrpSpPr/>
        <p:nvPr/>
      </p:nvGrpSpPr>
      <p:grpSpPr>
        <a:xfrm>
          <a:off x="0" y="0"/>
          <a:ext cx="0" cy="0"/>
          <a:chOff x="0" y="0"/>
          <a:chExt cx="0" cy="0"/>
        </a:xfrm>
      </p:grpSpPr>
      <p:sp>
        <p:nvSpPr>
          <p:cNvPr id="157" name="Google Shape;157;p31"/>
          <p:cNvSpPr txBox="1"/>
          <p:nvPr>
            <p:ph idx="1" type="body"/>
          </p:nvPr>
        </p:nvSpPr>
        <p:spPr>
          <a:xfrm>
            <a:off x="493776" y="2976372"/>
            <a:ext cx="4978908" cy="1237786"/>
          </a:xfrm>
          <a:prstGeom prst="rect">
            <a:avLst/>
          </a:prstGeom>
          <a:noFill/>
          <a:ln>
            <a:noFill/>
          </a:ln>
        </p:spPr>
        <p:txBody>
          <a:bodyPr anchorCtr="0" anchor="t" bIns="34275" lIns="0" spcFirstLastPara="1" rIns="68575" wrap="square" tIns="34275">
            <a:noAutofit/>
          </a:bodyPr>
          <a:lstStyle>
            <a:lvl1pPr indent="-228600" lvl="0" marL="457200" algn="l">
              <a:lnSpc>
                <a:spcPct val="130000"/>
              </a:lnSpc>
              <a:spcBef>
                <a:spcPts val="500"/>
              </a:spcBef>
              <a:spcAft>
                <a:spcPts val="0"/>
              </a:spcAft>
              <a:buSzPts val="2500"/>
              <a:buNone/>
              <a:defRPr b="0" i="0" sz="2100">
                <a:solidFill>
                  <a:srgbClr val="13294B"/>
                </a:solidFill>
                <a:latin typeface="Arial"/>
                <a:ea typeface="Arial"/>
                <a:cs typeface="Arial"/>
                <a:sym typeface="Aria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8" name="Google Shape;158;p31"/>
          <p:cNvSpPr txBox="1"/>
          <p:nvPr>
            <p:ph type="ctrTitle"/>
          </p:nvPr>
        </p:nvSpPr>
        <p:spPr>
          <a:xfrm>
            <a:off x="493776" y="1117854"/>
            <a:ext cx="4978908" cy="1789938"/>
          </a:xfrm>
          <a:prstGeom prst="rect">
            <a:avLst/>
          </a:prstGeom>
          <a:noFill/>
          <a:ln>
            <a:noFill/>
          </a:ln>
        </p:spPr>
        <p:txBody>
          <a:bodyPr anchorCtr="0" anchor="b" bIns="34275" lIns="0" spcFirstLastPara="1" rIns="68575" wrap="square" tIns="34275">
            <a:noAutofit/>
          </a:bodyPr>
          <a:lstStyle>
            <a:lvl1pPr lvl="0" algn="l">
              <a:lnSpc>
                <a:spcPct val="96666"/>
              </a:lnSpc>
              <a:spcBef>
                <a:spcPts val="0"/>
              </a:spcBef>
              <a:spcAft>
                <a:spcPts val="0"/>
              </a:spcAft>
              <a:buClr>
                <a:srgbClr val="FF5F05"/>
              </a:buClr>
              <a:buSzPts val="4500"/>
              <a:buFont typeface="Arial"/>
              <a:buNone/>
              <a:defRPr b="1" i="0" sz="4500" cap="none">
                <a:solidFill>
                  <a:srgbClr val="FF5F05"/>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59" name="Google Shape;159;p31"/>
          <p:cNvPicPr preferRelativeResize="0"/>
          <p:nvPr/>
        </p:nvPicPr>
        <p:blipFill rotWithShape="1">
          <a:blip r:embed="rId3">
            <a:alphaModFix/>
          </a:blip>
          <a:srcRect b="0" l="0" r="0" t="0"/>
          <a:stretch/>
        </p:blipFill>
        <p:spPr>
          <a:xfrm>
            <a:off x="493776" y="4416738"/>
            <a:ext cx="2656618" cy="4566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 showMasterSp="0">
  <p:cSld name="6_Title Slide">
    <p:bg>
      <p:bgPr>
        <a:blipFill>
          <a:blip r:embed="rId2">
            <a:alphaModFix/>
          </a:blip>
          <a:stretch>
            <a:fillRect/>
          </a:stretch>
        </a:blipFill>
      </p:bgPr>
    </p:bg>
    <p:spTree>
      <p:nvGrpSpPr>
        <p:cNvPr id="160" name="Shape 160"/>
        <p:cNvGrpSpPr/>
        <p:nvPr/>
      </p:nvGrpSpPr>
      <p:grpSpPr>
        <a:xfrm>
          <a:off x="0" y="0"/>
          <a:ext cx="0" cy="0"/>
          <a:chOff x="0" y="0"/>
          <a:chExt cx="0" cy="0"/>
        </a:xfrm>
      </p:grpSpPr>
      <p:sp>
        <p:nvSpPr>
          <p:cNvPr id="161" name="Google Shape;161;p32"/>
          <p:cNvSpPr txBox="1"/>
          <p:nvPr>
            <p:ph idx="1" type="body"/>
          </p:nvPr>
        </p:nvSpPr>
        <p:spPr>
          <a:xfrm>
            <a:off x="493776" y="2976372"/>
            <a:ext cx="4337997" cy="1237786"/>
          </a:xfrm>
          <a:prstGeom prst="rect">
            <a:avLst/>
          </a:prstGeom>
          <a:noFill/>
          <a:ln>
            <a:noFill/>
          </a:ln>
        </p:spPr>
        <p:txBody>
          <a:bodyPr anchorCtr="0" anchor="t" bIns="34275" lIns="0" spcFirstLastPara="1" rIns="68575" wrap="square" tIns="34275">
            <a:noAutofit/>
          </a:bodyPr>
          <a:lstStyle>
            <a:lvl1pPr indent="-228600" lvl="0" marL="457200" algn="l">
              <a:lnSpc>
                <a:spcPct val="130000"/>
              </a:lnSpc>
              <a:spcBef>
                <a:spcPts val="500"/>
              </a:spcBef>
              <a:spcAft>
                <a:spcPts val="0"/>
              </a:spcAft>
              <a:buSzPts val="2500"/>
              <a:buNone/>
              <a:defRPr b="0" i="0" sz="2100">
                <a:solidFill>
                  <a:schemeClr val="lt1"/>
                </a:solidFill>
                <a:latin typeface="Arial"/>
                <a:ea typeface="Arial"/>
                <a:cs typeface="Arial"/>
                <a:sym typeface="Aria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 name="Google Shape;162;p32"/>
          <p:cNvSpPr txBox="1"/>
          <p:nvPr>
            <p:ph type="ctrTitle"/>
          </p:nvPr>
        </p:nvSpPr>
        <p:spPr>
          <a:xfrm>
            <a:off x="493776" y="1117854"/>
            <a:ext cx="4337997" cy="1789938"/>
          </a:xfrm>
          <a:prstGeom prst="rect">
            <a:avLst/>
          </a:prstGeom>
          <a:noFill/>
          <a:ln>
            <a:noFill/>
          </a:ln>
        </p:spPr>
        <p:txBody>
          <a:bodyPr anchorCtr="0" anchor="b" bIns="34275" lIns="0" spcFirstLastPara="1" rIns="68575" wrap="square" tIns="34275">
            <a:noAutofit/>
          </a:bodyPr>
          <a:lstStyle>
            <a:lvl1pPr lvl="0" algn="l">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3" name="Google Shape;163;p32"/>
          <p:cNvSpPr/>
          <p:nvPr>
            <p:ph idx="2" type="pic"/>
          </p:nvPr>
        </p:nvSpPr>
        <p:spPr>
          <a:xfrm flipH="1">
            <a:off x="5308598" y="746864"/>
            <a:ext cx="3835400" cy="4396636"/>
          </a:xfrm>
          <a:prstGeom prst="round1Rect">
            <a:avLst>
              <a:gd fmla="val 16667" name="adj"/>
            </a:avLst>
          </a:prstGeom>
          <a:solidFill>
            <a:srgbClr val="BFBFBF"/>
          </a:solidFill>
          <a:ln>
            <a:noFill/>
          </a:ln>
        </p:spPr>
      </p:sp>
      <p:pic>
        <p:nvPicPr>
          <p:cNvPr id="164" name="Google Shape;164;p32"/>
          <p:cNvPicPr preferRelativeResize="0"/>
          <p:nvPr/>
        </p:nvPicPr>
        <p:blipFill rotWithShape="1">
          <a:blip r:embed="rId3">
            <a:alphaModFix/>
          </a:blip>
          <a:srcRect b="0" l="0" r="0" t="0"/>
          <a:stretch/>
        </p:blipFill>
        <p:spPr>
          <a:xfrm>
            <a:off x="493776" y="4327466"/>
            <a:ext cx="2100696" cy="545919"/>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bg>
      <p:bgPr>
        <a:blipFill>
          <a:blip r:embed="rId2">
            <a:alphaModFix/>
          </a:blip>
          <a:stretch>
            <a:fillRect/>
          </a:stretch>
        </a:blipFill>
      </p:bgPr>
    </p:bg>
    <p:spTree>
      <p:nvGrpSpPr>
        <p:cNvPr id="165" name="Shape 165"/>
        <p:cNvGrpSpPr/>
        <p:nvPr/>
      </p:nvGrpSpPr>
      <p:grpSpPr>
        <a:xfrm>
          <a:off x="0" y="0"/>
          <a:ext cx="0" cy="0"/>
          <a:chOff x="0" y="0"/>
          <a:chExt cx="0" cy="0"/>
        </a:xfrm>
      </p:grpSpPr>
      <p:sp>
        <p:nvSpPr>
          <p:cNvPr id="166" name="Google Shape;166;p33"/>
          <p:cNvSpPr txBox="1"/>
          <p:nvPr>
            <p:ph idx="1" type="body"/>
          </p:nvPr>
        </p:nvSpPr>
        <p:spPr>
          <a:xfrm>
            <a:off x="493776" y="4287657"/>
            <a:ext cx="8206470" cy="479522"/>
          </a:xfrm>
          <a:prstGeom prst="rect">
            <a:avLst/>
          </a:prstGeom>
          <a:noFill/>
          <a:ln>
            <a:noFill/>
          </a:ln>
        </p:spPr>
        <p:txBody>
          <a:bodyPr anchorCtr="0" anchor="t" bIns="34275" lIns="0" spcFirstLastPara="1" rIns="68575" wrap="square" tIns="34275">
            <a:noAutofit/>
          </a:bodyPr>
          <a:lstStyle>
            <a:lvl1pPr indent="-228600" lvl="0" marL="457200" algn="ctr">
              <a:lnSpc>
                <a:spcPct val="130000"/>
              </a:lnSpc>
              <a:spcBef>
                <a:spcPts val="500"/>
              </a:spcBef>
              <a:spcAft>
                <a:spcPts val="0"/>
              </a:spcAft>
              <a:buSzPts val="2500"/>
              <a:buNone/>
              <a:defRPr b="0" i="0" sz="2100">
                <a:solidFill>
                  <a:schemeClr val="lt1"/>
                </a:solidFill>
                <a:latin typeface="Arial"/>
                <a:ea typeface="Arial"/>
                <a:cs typeface="Arial"/>
                <a:sym typeface="Aria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7" name="Google Shape;167;p33"/>
          <p:cNvSpPr txBox="1"/>
          <p:nvPr>
            <p:ph type="ctrTitle"/>
          </p:nvPr>
        </p:nvSpPr>
        <p:spPr>
          <a:xfrm>
            <a:off x="493775" y="2926680"/>
            <a:ext cx="8206471" cy="1237786"/>
          </a:xfrm>
          <a:prstGeom prst="rect">
            <a:avLst/>
          </a:prstGeom>
          <a:noFill/>
          <a:ln>
            <a:noFill/>
          </a:ln>
        </p:spPr>
        <p:txBody>
          <a:bodyPr anchorCtr="0" anchor="b" bIns="34275" lIns="0" spcFirstLastPara="1" rIns="68575" wrap="square" tIns="34275">
            <a:noAutofit/>
          </a:bodyPr>
          <a:lstStyle>
            <a:lvl1pPr lvl="0" algn="ctr">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68" name="Google Shape;168;p33"/>
          <p:cNvPicPr preferRelativeResize="0"/>
          <p:nvPr/>
        </p:nvPicPr>
        <p:blipFill rotWithShape="1">
          <a:blip r:embed="rId3">
            <a:alphaModFix/>
          </a:blip>
          <a:srcRect b="0" l="0" r="0" t="0"/>
          <a:stretch/>
        </p:blipFill>
        <p:spPr>
          <a:xfrm>
            <a:off x="2259056" y="1412802"/>
            <a:ext cx="4625887" cy="79514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showMasterSp="0">
  <p:cSld name="7_Title Slide">
    <p:bg>
      <p:bgPr>
        <a:blipFill>
          <a:blip r:embed="rId2">
            <a:alphaModFix/>
          </a:blip>
          <a:stretch>
            <a:fillRect/>
          </a:stretch>
        </a:blipFill>
      </p:bgPr>
    </p:bg>
    <p:spTree>
      <p:nvGrpSpPr>
        <p:cNvPr id="169" name="Shape 169"/>
        <p:cNvGrpSpPr/>
        <p:nvPr/>
      </p:nvGrpSpPr>
      <p:grpSpPr>
        <a:xfrm>
          <a:off x="0" y="0"/>
          <a:ext cx="0" cy="0"/>
          <a:chOff x="0" y="0"/>
          <a:chExt cx="0" cy="0"/>
        </a:xfrm>
      </p:grpSpPr>
      <p:sp>
        <p:nvSpPr>
          <p:cNvPr id="170" name="Google Shape;170;p34"/>
          <p:cNvSpPr txBox="1"/>
          <p:nvPr>
            <p:ph idx="1" type="body"/>
          </p:nvPr>
        </p:nvSpPr>
        <p:spPr>
          <a:xfrm>
            <a:off x="493776" y="4287657"/>
            <a:ext cx="8206470" cy="479522"/>
          </a:xfrm>
          <a:prstGeom prst="rect">
            <a:avLst/>
          </a:prstGeom>
          <a:noFill/>
          <a:ln>
            <a:noFill/>
          </a:ln>
        </p:spPr>
        <p:txBody>
          <a:bodyPr anchorCtr="0" anchor="t" bIns="34275" lIns="0" spcFirstLastPara="1" rIns="68575" wrap="square" tIns="34275">
            <a:noAutofit/>
          </a:bodyPr>
          <a:lstStyle>
            <a:lvl1pPr indent="-228600" lvl="0" marL="457200" algn="ctr">
              <a:lnSpc>
                <a:spcPct val="130000"/>
              </a:lnSpc>
              <a:spcBef>
                <a:spcPts val="500"/>
              </a:spcBef>
              <a:spcAft>
                <a:spcPts val="0"/>
              </a:spcAft>
              <a:buSzPts val="2500"/>
              <a:buNone/>
              <a:defRPr b="0" i="0" sz="2100">
                <a:solidFill>
                  <a:schemeClr val="lt1"/>
                </a:solidFill>
                <a:latin typeface="Arial"/>
                <a:ea typeface="Arial"/>
                <a:cs typeface="Arial"/>
                <a:sym typeface="Arial"/>
              </a:defRPr>
            </a:lvl1pPr>
            <a:lvl2pPr indent="-330200" lvl="1" marL="914400" algn="l">
              <a:lnSpc>
                <a:spcPct val="130000"/>
              </a:lnSpc>
              <a:spcBef>
                <a:spcPts val="500"/>
              </a:spcBef>
              <a:spcAft>
                <a:spcPts val="0"/>
              </a:spcAft>
              <a:buSzPts val="1600"/>
              <a:buChar char="-"/>
              <a:defRPr/>
            </a:lvl2pPr>
            <a:lvl3pPr indent="-330200" lvl="2" marL="1371600" algn="l">
              <a:lnSpc>
                <a:spcPct val="130000"/>
              </a:lnSpc>
              <a:spcBef>
                <a:spcPts val="500"/>
              </a:spcBef>
              <a:spcAft>
                <a:spcPts val="0"/>
              </a:spcAft>
              <a:buSzPts val="1600"/>
              <a:buChar char="-"/>
              <a:defRPr/>
            </a:lvl3pPr>
            <a:lvl4pPr indent="-330200" lvl="3" marL="1828800" algn="l">
              <a:lnSpc>
                <a:spcPct val="130000"/>
              </a:lnSpc>
              <a:spcBef>
                <a:spcPts val="500"/>
              </a:spcBef>
              <a:spcAft>
                <a:spcPts val="0"/>
              </a:spcAft>
              <a:buSzPts val="1600"/>
              <a:buChar char="-"/>
              <a:defRPr/>
            </a:lvl4pPr>
            <a:lvl5pPr indent="-330200" lvl="4" marL="2286000" algn="l">
              <a:lnSpc>
                <a:spcPct val="130000"/>
              </a:lnSpc>
              <a:spcBef>
                <a:spcPts val="500"/>
              </a:spcBef>
              <a:spcAft>
                <a:spcPts val="0"/>
              </a:spcAft>
              <a:buSzPts val="16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1" name="Google Shape;171;p34"/>
          <p:cNvSpPr txBox="1"/>
          <p:nvPr>
            <p:ph type="ctrTitle"/>
          </p:nvPr>
        </p:nvSpPr>
        <p:spPr>
          <a:xfrm>
            <a:off x="493775" y="2926680"/>
            <a:ext cx="8206471" cy="1237786"/>
          </a:xfrm>
          <a:prstGeom prst="rect">
            <a:avLst/>
          </a:prstGeom>
          <a:noFill/>
          <a:ln>
            <a:noFill/>
          </a:ln>
        </p:spPr>
        <p:txBody>
          <a:bodyPr anchorCtr="0" anchor="b" bIns="34275" lIns="0" spcFirstLastPara="1" rIns="68575" wrap="square" tIns="34275">
            <a:noAutofit/>
          </a:bodyPr>
          <a:lstStyle>
            <a:lvl1pPr lvl="0" algn="ctr">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72" name="Google Shape;172;p34"/>
          <p:cNvPicPr preferRelativeResize="0"/>
          <p:nvPr/>
        </p:nvPicPr>
        <p:blipFill rotWithShape="1">
          <a:blip r:embed="rId3">
            <a:alphaModFix/>
          </a:blip>
          <a:srcRect b="0" l="0" r="0" t="0"/>
          <a:stretch/>
        </p:blipFill>
        <p:spPr>
          <a:xfrm>
            <a:off x="2660872" y="1313719"/>
            <a:ext cx="3822254" cy="993309"/>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3" name="Shape 173"/>
        <p:cNvGrpSpPr/>
        <p:nvPr/>
      </p:nvGrpSpPr>
      <p:grpSpPr>
        <a:xfrm>
          <a:off x="0" y="0"/>
          <a:ext cx="0" cy="0"/>
          <a:chOff x="0" y="0"/>
          <a:chExt cx="0" cy="0"/>
        </a:xfrm>
      </p:grpSpPr>
      <p:sp>
        <p:nvSpPr>
          <p:cNvPr id="174" name="Google Shape;174;p35"/>
          <p:cNvSpPr txBox="1"/>
          <p:nvPr>
            <p:ph type="title"/>
          </p:nvPr>
        </p:nvSpPr>
        <p:spPr>
          <a:xfrm>
            <a:off x="425196" y="1124712"/>
            <a:ext cx="8278413" cy="443198"/>
          </a:xfrm>
          <a:prstGeom prst="rect">
            <a:avLst/>
          </a:prstGeom>
          <a:noFill/>
          <a:ln>
            <a:noFill/>
          </a:ln>
        </p:spPr>
        <p:txBody>
          <a:bodyPr anchorCtr="0" anchor="b" bIns="34275" lIns="68575" spcFirstLastPara="1" rIns="68575" wrap="square" tIns="34275">
            <a:spAutoFit/>
          </a:bodyPr>
          <a:lstStyle>
            <a:lvl1pPr lvl="0" algn="l">
              <a:lnSpc>
                <a:spcPct val="90000"/>
              </a:lnSpc>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5" name="Google Shape;175;p35"/>
          <p:cNvSpPr txBox="1"/>
          <p:nvPr>
            <p:ph idx="11" type="ftr"/>
          </p:nvPr>
        </p:nvSpPr>
        <p:spPr>
          <a:xfrm>
            <a:off x="544043" y="4767263"/>
            <a:ext cx="232018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35"/>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11" Type="http://schemas.openxmlformats.org/officeDocument/2006/relationships/slideLayout" Target="../slideLayouts/slideLayout21.xml"/><Relationship Id="rId22" Type="http://schemas.openxmlformats.org/officeDocument/2006/relationships/slideLayout" Target="../slideLayouts/slideLayout32.xml"/><Relationship Id="rId10" Type="http://schemas.openxmlformats.org/officeDocument/2006/relationships/slideLayout" Target="../slideLayouts/slideLayout20.xml"/><Relationship Id="rId21" Type="http://schemas.openxmlformats.org/officeDocument/2006/relationships/slideLayout" Target="../slideLayouts/slideLayout31.xml"/><Relationship Id="rId13" Type="http://schemas.openxmlformats.org/officeDocument/2006/relationships/slideLayout" Target="../slideLayouts/slideLayout23.xml"/><Relationship Id="rId24" Type="http://schemas.openxmlformats.org/officeDocument/2006/relationships/theme" Target="../theme/theme3.xml"/><Relationship Id="rId12" Type="http://schemas.openxmlformats.org/officeDocument/2006/relationships/slideLayout" Target="../slideLayouts/slideLayout22.xml"/><Relationship Id="rId23" Type="http://schemas.openxmlformats.org/officeDocument/2006/relationships/slideLayout" Target="../slideLayouts/slideLayout33.xml"/><Relationship Id="rId1" Type="http://schemas.openxmlformats.org/officeDocument/2006/relationships/image" Target="../media/image5.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5" Type="http://schemas.openxmlformats.org/officeDocument/2006/relationships/slideLayout" Target="../slideLayouts/slideLayout15.xml"/><Relationship Id="rId19" Type="http://schemas.openxmlformats.org/officeDocument/2006/relationships/slideLayout" Target="../slideLayouts/slideLayout29.xml"/><Relationship Id="rId6" Type="http://schemas.openxmlformats.org/officeDocument/2006/relationships/slideLayout" Target="../slideLayouts/slideLayout16.xml"/><Relationship Id="rId18" Type="http://schemas.openxmlformats.org/officeDocument/2006/relationships/slideLayout" Target="../slideLayouts/slideLayout28.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25196" y="1124712"/>
            <a:ext cx="8278413" cy="443198"/>
          </a:xfrm>
          <a:prstGeom prst="rect">
            <a:avLst/>
          </a:prstGeom>
          <a:noFill/>
          <a:ln>
            <a:noFill/>
          </a:ln>
        </p:spPr>
        <p:txBody>
          <a:bodyPr anchorCtr="0" anchor="b" bIns="34275" lIns="68575" spcFirstLastPara="1" rIns="68575" wrap="square" tIns="34275">
            <a:spAutoFit/>
          </a:bodyPr>
          <a:lstStyle>
            <a:lvl1pPr lvl="0" marR="0" rtl="0" algn="l">
              <a:lnSpc>
                <a:spcPct val="90000"/>
              </a:lnSpc>
              <a:spcBef>
                <a:spcPts val="0"/>
              </a:spcBef>
              <a:spcAft>
                <a:spcPts val="0"/>
              </a:spcAft>
              <a:buClr>
                <a:srgbClr val="FF5F05"/>
              </a:buClr>
              <a:buSzPts val="2700"/>
              <a:buFont typeface="Arial"/>
              <a:buNone/>
              <a:defRPr b="1" i="0" sz="2700" u="none" cap="none" strike="noStrike">
                <a:solidFill>
                  <a:srgbClr val="FF5F05"/>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425196" y="1639062"/>
            <a:ext cx="8278413" cy="2976187"/>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30000"/>
              </a:lnSpc>
              <a:spcBef>
                <a:spcPts val="500"/>
              </a:spcBef>
              <a:spcAft>
                <a:spcPts val="0"/>
              </a:spcAft>
              <a:buClr>
                <a:srgbClr val="FF5F05"/>
              </a:buClr>
              <a:buSzPts val="1600"/>
              <a:buFont typeface="Arial"/>
              <a:buNone/>
              <a:defRPr b="0" i="0" sz="1400" u="none" cap="none" strike="noStrike">
                <a:solidFill>
                  <a:srgbClr val="13294B"/>
                </a:solidFill>
                <a:latin typeface="Arial"/>
                <a:ea typeface="Arial"/>
                <a:cs typeface="Arial"/>
                <a:sym typeface="Arial"/>
              </a:defRPr>
            </a:lvl1pPr>
            <a:lvl2pPr indent="-330200" lvl="1" marL="914400" marR="0" rtl="0" algn="l">
              <a:lnSpc>
                <a:spcPct val="130000"/>
              </a:lnSpc>
              <a:spcBef>
                <a:spcPts val="500"/>
              </a:spcBef>
              <a:spcAft>
                <a:spcPts val="0"/>
              </a:spcAft>
              <a:buClr>
                <a:srgbClr val="FF5F05"/>
              </a:buClr>
              <a:buSzPts val="1600"/>
              <a:buFont typeface="NTR"/>
              <a:buChar char="-"/>
              <a:defRPr b="0" i="0" sz="1400" u="none" cap="none" strike="noStrike">
                <a:solidFill>
                  <a:srgbClr val="13294B"/>
                </a:solidFill>
                <a:latin typeface="Arial"/>
                <a:ea typeface="Arial"/>
                <a:cs typeface="Arial"/>
                <a:sym typeface="Arial"/>
              </a:defRPr>
            </a:lvl2pPr>
            <a:lvl3pPr indent="-330200" lvl="2" marL="1371600" marR="0" rtl="0" algn="l">
              <a:lnSpc>
                <a:spcPct val="130000"/>
              </a:lnSpc>
              <a:spcBef>
                <a:spcPts val="500"/>
              </a:spcBef>
              <a:spcAft>
                <a:spcPts val="0"/>
              </a:spcAft>
              <a:buClr>
                <a:srgbClr val="FF5F05"/>
              </a:buClr>
              <a:buSzPts val="1600"/>
              <a:buFont typeface="NTR"/>
              <a:buChar char="-"/>
              <a:defRPr b="0" i="0" sz="1400" u="none" cap="none" strike="noStrike">
                <a:solidFill>
                  <a:srgbClr val="13294B"/>
                </a:solidFill>
                <a:latin typeface="Arial"/>
                <a:ea typeface="Arial"/>
                <a:cs typeface="Arial"/>
                <a:sym typeface="Arial"/>
              </a:defRPr>
            </a:lvl3pPr>
            <a:lvl4pPr indent="-330200" lvl="3" marL="1828800" marR="0" rtl="0" algn="l">
              <a:lnSpc>
                <a:spcPct val="130000"/>
              </a:lnSpc>
              <a:spcBef>
                <a:spcPts val="500"/>
              </a:spcBef>
              <a:spcAft>
                <a:spcPts val="0"/>
              </a:spcAft>
              <a:buClr>
                <a:srgbClr val="FF5F05"/>
              </a:buClr>
              <a:buSzPts val="1600"/>
              <a:buFont typeface="NTR"/>
              <a:buChar char="-"/>
              <a:defRPr b="0" i="0" sz="1400" u="none" cap="none" strike="noStrike">
                <a:solidFill>
                  <a:srgbClr val="13294B"/>
                </a:solidFill>
                <a:latin typeface="Arial"/>
                <a:ea typeface="Arial"/>
                <a:cs typeface="Arial"/>
                <a:sym typeface="Arial"/>
              </a:defRPr>
            </a:lvl4pPr>
            <a:lvl5pPr indent="-330200" lvl="4" marL="2286000" marR="0" rtl="0" algn="l">
              <a:lnSpc>
                <a:spcPct val="130000"/>
              </a:lnSpc>
              <a:spcBef>
                <a:spcPts val="500"/>
              </a:spcBef>
              <a:spcAft>
                <a:spcPts val="0"/>
              </a:spcAft>
              <a:buClr>
                <a:srgbClr val="FF5F05"/>
              </a:buClr>
              <a:buSzPts val="1600"/>
              <a:buFont typeface="NTR"/>
              <a:buChar char="-"/>
              <a:defRPr b="0" i="0" sz="1400" u="none" cap="none" strike="noStrike">
                <a:solidFill>
                  <a:srgbClr val="13294B"/>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2" type="sldNum"/>
          </p:nvPr>
        </p:nvSpPr>
        <p:spPr>
          <a:xfrm>
            <a:off x="8425859" y="4766120"/>
            <a:ext cx="279163" cy="207749"/>
          </a:xfrm>
          <a:prstGeom prst="rect">
            <a:avLst/>
          </a:prstGeom>
          <a:solidFill>
            <a:schemeClr val="lt1"/>
          </a:solidFill>
          <a:ln>
            <a:noFill/>
          </a:ln>
        </p:spPr>
        <p:txBody>
          <a:bodyPr anchorCtr="0" anchor="ctr" bIns="34275" lIns="68575" spcFirstLastPara="1" rIns="68575" wrap="square" tIns="34275">
            <a:spAutoFit/>
          </a:bodyPr>
          <a:lstStyle>
            <a:lvl1pPr indent="0" lvl="0" marL="0" marR="0" rtl="0" algn="ctr">
              <a:spcBef>
                <a:spcPts val="0"/>
              </a:spcBef>
              <a:buNone/>
              <a:defRPr b="0" i="0" sz="900" u="none" cap="none" strike="noStrike">
                <a:solidFill>
                  <a:srgbClr val="13294B"/>
                </a:solidFill>
                <a:latin typeface="Arial"/>
                <a:ea typeface="Arial"/>
                <a:cs typeface="Arial"/>
                <a:sym typeface="Arial"/>
              </a:defRPr>
            </a:lvl1pPr>
            <a:lvl2pPr indent="0" lvl="1" marL="0" marR="0" rtl="0" algn="ctr">
              <a:spcBef>
                <a:spcPts val="0"/>
              </a:spcBef>
              <a:buNone/>
              <a:defRPr b="0" i="0" sz="900" u="none" cap="none" strike="noStrike">
                <a:solidFill>
                  <a:srgbClr val="13294B"/>
                </a:solidFill>
                <a:latin typeface="Arial"/>
                <a:ea typeface="Arial"/>
                <a:cs typeface="Arial"/>
                <a:sym typeface="Arial"/>
              </a:defRPr>
            </a:lvl2pPr>
            <a:lvl3pPr indent="0" lvl="2" marL="0" marR="0" rtl="0" algn="ctr">
              <a:spcBef>
                <a:spcPts val="0"/>
              </a:spcBef>
              <a:buNone/>
              <a:defRPr b="0" i="0" sz="900" u="none" cap="none" strike="noStrike">
                <a:solidFill>
                  <a:srgbClr val="13294B"/>
                </a:solidFill>
                <a:latin typeface="Arial"/>
                <a:ea typeface="Arial"/>
                <a:cs typeface="Arial"/>
                <a:sym typeface="Arial"/>
              </a:defRPr>
            </a:lvl3pPr>
            <a:lvl4pPr indent="0" lvl="3" marL="0" marR="0" rtl="0" algn="ctr">
              <a:spcBef>
                <a:spcPts val="0"/>
              </a:spcBef>
              <a:buNone/>
              <a:defRPr b="0" i="0" sz="900" u="none" cap="none" strike="noStrike">
                <a:solidFill>
                  <a:srgbClr val="13294B"/>
                </a:solidFill>
                <a:latin typeface="Arial"/>
                <a:ea typeface="Arial"/>
                <a:cs typeface="Arial"/>
                <a:sym typeface="Arial"/>
              </a:defRPr>
            </a:lvl4pPr>
            <a:lvl5pPr indent="0" lvl="4" marL="0" marR="0" rtl="0" algn="ctr">
              <a:spcBef>
                <a:spcPts val="0"/>
              </a:spcBef>
              <a:buNone/>
              <a:defRPr b="0" i="0" sz="900" u="none" cap="none" strike="noStrike">
                <a:solidFill>
                  <a:srgbClr val="13294B"/>
                </a:solidFill>
                <a:latin typeface="Arial"/>
                <a:ea typeface="Arial"/>
                <a:cs typeface="Arial"/>
                <a:sym typeface="Arial"/>
              </a:defRPr>
            </a:lvl5pPr>
            <a:lvl6pPr indent="0" lvl="5" marL="0" marR="0" rtl="0" algn="ctr">
              <a:spcBef>
                <a:spcPts val="0"/>
              </a:spcBef>
              <a:buNone/>
              <a:defRPr b="0" i="0" sz="900" u="none" cap="none" strike="noStrike">
                <a:solidFill>
                  <a:srgbClr val="13294B"/>
                </a:solidFill>
                <a:latin typeface="Arial"/>
                <a:ea typeface="Arial"/>
                <a:cs typeface="Arial"/>
                <a:sym typeface="Arial"/>
              </a:defRPr>
            </a:lvl6pPr>
            <a:lvl7pPr indent="0" lvl="6" marL="0" marR="0" rtl="0" algn="ctr">
              <a:spcBef>
                <a:spcPts val="0"/>
              </a:spcBef>
              <a:buNone/>
              <a:defRPr b="0" i="0" sz="900" u="none" cap="none" strike="noStrike">
                <a:solidFill>
                  <a:srgbClr val="13294B"/>
                </a:solidFill>
                <a:latin typeface="Arial"/>
                <a:ea typeface="Arial"/>
                <a:cs typeface="Arial"/>
                <a:sym typeface="Arial"/>
              </a:defRPr>
            </a:lvl7pPr>
            <a:lvl8pPr indent="0" lvl="7" marL="0" marR="0" rtl="0" algn="ctr">
              <a:spcBef>
                <a:spcPts val="0"/>
              </a:spcBef>
              <a:buNone/>
              <a:defRPr b="0" i="0" sz="900" u="none" cap="none" strike="noStrike">
                <a:solidFill>
                  <a:srgbClr val="13294B"/>
                </a:solidFill>
                <a:latin typeface="Arial"/>
                <a:ea typeface="Arial"/>
                <a:cs typeface="Arial"/>
                <a:sym typeface="Arial"/>
              </a:defRPr>
            </a:lvl8pPr>
            <a:lvl9pPr indent="0" lvl="8" marL="0" marR="0" rtl="0" algn="ctr">
              <a:spcBef>
                <a:spcPts val="0"/>
              </a:spcBef>
              <a:buNone/>
              <a:defRPr b="0" i="0" sz="900" u="none" cap="none" strike="noStrike">
                <a:solidFill>
                  <a:srgbClr val="13294B"/>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6"/>
          <p:cNvSpPr txBox="1"/>
          <p:nvPr>
            <p:ph type="ctrTitle"/>
          </p:nvPr>
        </p:nvSpPr>
        <p:spPr>
          <a:xfrm>
            <a:off x="493775" y="1117850"/>
            <a:ext cx="7390200" cy="1790100"/>
          </a:xfrm>
          <a:prstGeom prst="rect">
            <a:avLst/>
          </a:prstGeom>
          <a:noFill/>
          <a:ln>
            <a:noFill/>
          </a:ln>
        </p:spPr>
        <p:txBody>
          <a:bodyPr anchorCtr="0" anchor="b" bIns="34275" lIns="0" spcFirstLastPara="1" rIns="68575" wrap="square" tIns="34275">
            <a:noAutofit/>
          </a:bodyPr>
          <a:lstStyle/>
          <a:p>
            <a:pPr indent="0" lvl="0" marL="0" rtl="0" algn="l">
              <a:lnSpc>
                <a:spcPct val="96666"/>
              </a:lnSpc>
              <a:spcBef>
                <a:spcPts val="0"/>
              </a:spcBef>
              <a:spcAft>
                <a:spcPts val="0"/>
              </a:spcAft>
              <a:buClr>
                <a:schemeClr val="lt1"/>
              </a:buClr>
              <a:buSzPts val="4500"/>
              <a:buFont typeface="Arial"/>
              <a:buNone/>
            </a:pPr>
            <a:r>
              <a:rPr lang="en"/>
              <a:t>Combating Deepfakes</a:t>
            </a:r>
            <a:endParaRPr/>
          </a:p>
        </p:txBody>
      </p:sp>
      <p:sp>
        <p:nvSpPr>
          <p:cNvPr id="183" name="Google Shape;183;p36"/>
          <p:cNvSpPr txBox="1"/>
          <p:nvPr>
            <p:ph idx="1" type="body"/>
          </p:nvPr>
        </p:nvSpPr>
        <p:spPr>
          <a:xfrm>
            <a:off x="493775" y="2976375"/>
            <a:ext cx="8199600" cy="1237800"/>
          </a:xfrm>
          <a:prstGeom prst="rect">
            <a:avLst/>
          </a:prstGeom>
          <a:noFill/>
          <a:ln>
            <a:noFill/>
          </a:ln>
        </p:spPr>
        <p:txBody>
          <a:bodyPr anchorCtr="0" anchor="t" bIns="34275" lIns="0" spcFirstLastPara="1" rIns="68575" wrap="square" tIns="34275">
            <a:noAutofit/>
          </a:bodyPr>
          <a:lstStyle/>
          <a:p>
            <a:pPr indent="0" lvl="0" marL="0" rtl="0" algn="l">
              <a:lnSpc>
                <a:spcPct val="130000"/>
              </a:lnSpc>
              <a:spcBef>
                <a:spcPts val="0"/>
              </a:spcBef>
              <a:spcAft>
                <a:spcPts val="0"/>
              </a:spcAft>
              <a:buSzPts val="2500"/>
              <a:buNone/>
            </a:pPr>
            <a:r>
              <a:rPr lang="en" sz="1900"/>
              <a:t>Enhancing Deepfake Detection Through Diverse Data and Augmentation</a:t>
            </a:r>
            <a:endParaRPr sz="1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7"/>
          <p:cNvSpPr txBox="1"/>
          <p:nvPr>
            <p:ph type="title"/>
          </p:nvPr>
        </p:nvSpPr>
        <p:spPr>
          <a:xfrm>
            <a:off x="425201" y="1124700"/>
            <a:ext cx="6843300" cy="443400"/>
          </a:xfrm>
          <a:prstGeom prst="rect">
            <a:avLst/>
          </a:prstGeom>
          <a:noFill/>
          <a:ln>
            <a:noFill/>
          </a:ln>
        </p:spPr>
        <p:txBody>
          <a:bodyPr anchorCtr="0" anchor="b" bIns="34275" lIns="68575" spcFirstLastPara="1" rIns="68575" wrap="square" tIns="34275">
            <a:spAutoFit/>
          </a:bodyPr>
          <a:lstStyle/>
          <a:p>
            <a:pPr indent="0" lvl="0" marL="0" rtl="0" algn="l">
              <a:lnSpc>
                <a:spcPct val="90000"/>
              </a:lnSpc>
              <a:spcBef>
                <a:spcPts val="0"/>
              </a:spcBef>
              <a:spcAft>
                <a:spcPts val="0"/>
              </a:spcAft>
              <a:buClr>
                <a:srgbClr val="FF5F05"/>
              </a:buClr>
              <a:buSzPts val="2700"/>
              <a:buFont typeface="Arial"/>
              <a:buNone/>
            </a:pPr>
            <a:r>
              <a:rPr lang="en"/>
              <a:t>Deepfakes Definition</a:t>
            </a:r>
            <a:endParaRPr/>
          </a:p>
        </p:txBody>
      </p:sp>
      <p:sp>
        <p:nvSpPr>
          <p:cNvPr id="190" name="Google Shape;190;p37"/>
          <p:cNvSpPr txBox="1"/>
          <p:nvPr>
            <p:ph idx="1" type="body"/>
          </p:nvPr>
        </p:nvSpPr>
        <p:spPr>
          <a:xfrm>
            <a:off x="4571999" y="1801175"/>
            <a:ext cx="4305000" cy="22659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lang="en"/>
              <a:t>Deepfakes (a portmanteau of 'deep learning' and 'fake') are images, videos, or audio created or manipulated using AI tools to depict real or fictional people.</a:t>
            </a:r>
            <a:endParaRPr/>
          </a:p>
        </p:txBody>
      </p:sp>
      <p:sp>
        <p:nvSpPr>
          <p:cNvPr id="191" name="Google Shape;191;p37"/>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None/>
            </a:pPr>
            <a:fld id="{00000000-1234-1234-1234-123412341234}" type="slidenum">
              <a:rPr lang="en"/>
              <a:t>‹#›</a:t>
            </a:fld>
            <a:endParaRPr/>
          </a:p>
        </p:txBody>
      </p:sp>
      <p:pic>
        <p:nvPicPr>
          <p:cNvPr id="192" name="Google Shape;192;p37"/>
          <p:cNvPicPr preferRelativeResize="0"/>
          <p:nvPr/>
        </p:nvPicPr>
        <p:blipFill>
          <a:blip r:embed="rId3">
            <a:alphaModFix/>
          </a:blip>
          <a:stretch>
            <a:fillRect/>
          </a:stretch>
        </p:blipFill>
        <p:spPr>
          <a:xfrm>
            <a:off x="425200" y="1801175"/>
            <a:ext cx="4003348" cy="2001650"/>
          </a:xfrm>
          <a:prstGeom prst="rect">
            <a:avLst/>
          </a:prstGeom>
          <a:noFill/>
          <a:ln>
            <a:noFill/>
          </a:ln>
        </p:spPr>
      </p:pic>
      <p:sp>
        <p:nvSpPr>
          <p:cNvPr id="193" name="Google Shape;193;p37"/>
          <p:cNvSpPr txBox="1"/>
          <p:nvPr>
            <p:ph idx="1" type="body"/>
          </p:nvPr>
        </p:nvSpPr>
        <p:spPr>
          <a:xfrm>
            <a:off x="425200" y="3898219"/>
            <a:ext cx="4003500" cy="2739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lang="en" sz="800">
                <a:solidFill>
                  <a:srgbClr val="666666"/>
                </a:solidFill>
              </a:rPr>
              <a:t>Source: Shamook (2020). De-aging Robert Deniro in The Irishman [Deepfake]</a:t>
            </a:r>
            <a:endParaRPr sz="800">
              <a:solidFill>
                <a:srgbClr val="66666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8"/>
          <p:cNvSpPr txBox="1"/>
          <p:nvPr>
            <p:ph type="title"/>
          </p:nvPr>
        </p:nvSpPr>
        <p:spPr>
          <a:xfrm>
            <a:off x="425196" y="286187"/>
            <a:ext cx="7886700" cy="443400"/>
          </a:xfrm>
          <a:prstGeom prst="rect">
            <a:avLst/>
          </a:prstGeom>
          <a:noFill/>
          <a:ln>
            <a:noFill/>
          </a:ln>
        </p:spPr>
        <p:txBody>
          <a:bodyPr anchorCtr="0" anchor="b" bIns="34275" lIns="68575" spcFirstLastPara="1" rIns="68575" wrap="square" tIns="34275">
            <a:spAutoFit/>
          </a:bodyPr>
          <a:lstStyle/>
          <a:p>
            <a:pPr indent="0" lvl="0" marL="0" rtl="0" algn="l">
              <a:lnSpc>
                <a:spcPct val="90000"/>
              </a:lnSpc>
              <a:spcBef>
                <a:spcPts val="0"/>
              </a:spcBef>
              <a:spcAft>
                <a:spcPts val="0"/>
              </a:spcAft>
              <a:buClr>
                <a:srgbClr val="FF5F05"/>
              </a:buClr>
              <a:buSzPts val="2700"/>
              <a:buFont typeface="Arial"/>
              <a:buNone/>
            </a:pPr>
            <a:r>
              <a:rPr lang="en"/>
              <a:t>Significance of Deepfake Studies</a:t>
            </a:r>
            <a:endParaRPr/>
          </a:p>
        </p:txBody>
      </p:sp>
      <p:sp>
        <p:nvSpPr>
          <p:cNvPr id="200" name="Google Shape;200;p38"/>
          <p:cNvSpPr txBox="1"/>
          <p:nvPr>
            <p:ph idx="1" type="body"/>
          </p:nvPr>
        </p:nvSpPr>
        <p:spPr>
          <a:xfrm>
            <a:off x="425200" y="1017425"/>
            <a:ext cx="8371500" cy="10827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b="1" lang="en"/>
              <a:t>Inevitable</a:t>
            </a:r>
            <a:endParaRPr b="1"/>
          </a:p>
          <a:p>
            <a:pPr indent="-330200" lvl="0" marL="457200" rtl="0" algn="l">
              <a:lnSpc>
                <a:spcPct val="130000"/>
              </a:lnSpc>
              <a:spcBef>
                <a:spcPts val="0"/>
              </a:spcBef>
              <a:spcAft>
                <a:spcPts val="0"/>
              </a:spcAft>
              <a:buSzPts val="1600"/>
              <a:buChar char="●"/>
            </a:pPr>
            <a:r>
              <a:rPr lang="en"/>
              <a:t>Cuts film production costs and offers new entertainment experiences</a:t>
            </a:r>
            <a:endParaRPr/>
          </a:p>
          <a:p>
            <a:pPr indent="-330200" lvl="0" marL="457200" rtl="0" algn="l">
              <a:lnSpc>
                <a:spcPct val="130000"/>
              </a:lnSpc>
              <a:spcBef>
                <a:spcPts val="0"/>
              </a:spcBef>
              <a:spcAft>
                <a:spcPts val="0"/>
              </a:spcAft>
              <a:buSzPts val="1600"/>
              <a:buChar char="●"/>
            </a:pPr>
            <a:r>
              <a:rPr lang="en"/>
              <a:t>Creates opportunities for virtual education</a:t>
            </a:r>
            <a:endParaRPr/>
          </a:p>
        </p:txBody>
      </p:sp>
      <p:sp>
        <p:nvSpPr>
          <p:cNvPr id="201" name="Google Shape;201;p38"/>
          <p:cNvSpPr txBox="1"/>
          <p:nvPr>
            <p:ph idx="2" type="body"/>
          </p:nvPr>
        </p:nvSpPr>
        <p:spPr>
          <a:xfrm>
            <a:off x="425200" y="2100125"/>
            <a:ext cx="8505900" cy="11127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b="1" lang="en"/>
              <a:t>Widespread</a:t>
            </a:r>
            <a:endParaRPr b="1"/>
          </a:p>
          <a:p>
            <a:pPr indent="-330200" lvl="0" marL="457200" rtl="0" algn="l">
              <a:lnSpc>
                <a:spcPct val="130000"/>
              </a:lnSpc>
              <a:spcBef>
                <a:spcPts val="0"/>
              </a:spcBef>
              <a:spcAft>
                <a:spcPts val="0"/>
              </a:spcAft>
              <a:buSzPts val="1600"/>
              <a:buChar char="●"/>
            </a:pPr>
            <a:r>
              <a:rPr lang="en"/>
              <a:t>Proliferating across sectors like entertainment, marketing, politics, and social media.</a:t>
            </a:r>
            <a:endParaRPr/>
          </a:p>
          <a:p>
            <a:pPr indent="-330200" lvl="0" marL="457200" rtl="0" algn="l">
              <a:lnSpc>
                <a:spcPct val="130000"/>
              </a:lnSpc>
              <a:spcBef>
                <a:spcPts val="0"/>
              </a:spcBef>
              <a:spcAft>
                <a:spcPts val="0"/>
              </a:spcAft>
              <a:buSzPts val="1600"/>
              <a:buChar char="●"/>
            </a:pPr>
            <a:r>
              <a:rPr lang="en"/>
              <a:t>Used to create stunning films, manipulate public perception, and spread misinformation.</a:t>
            </a:r>
            <a:endParaRPr/>
          </a:p>
        </p:txBody>
      </p:sp>
      <p:sp>
        <p:nvSpPr>
          <p:cNvPr id="202" name="Google Shape;202;p38"/>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None/>
            </a:pPr>
            <a:fld id="{00000000-1234-1234-1234-123412341234}" type="slidenum">
              <a:rPr lang="en"/>
              <a:t>‹#›</a:t>
            </a:fld>
            <a:endParaRPr/>
          </a:p>
        </p:txBody>
      </p:sp>
      <p:sp>
        <p:nvSpPr>
          <p:cNvPr id="203" name="Google Shape;203;p38"/>
          <p:cNvSpPr txBox="1"/>
          <p:nvPr>
            <p:ph idx="2" type="body"/>
          </p:nvPr>
        </p:nvSpPr>
        <p:spPr>
          <a:xfrm>
            <a:off x="425200" y="3292475"/>
            <a:ext cx="7886700" cy="10218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b="1" lang="en"/>
              <a:t>Profundity</a:t>
            </a:r>
            <a:endParaRPr b="1"/>
          </a:p>
          <a:p>
            <a:pPr indent="-330200" lvl="0" marL="457200" rtl="0" algn="l">
              <a:lnSpc>
                <a:spcPct val="130000"/>
              </a:lnSpc>
              <a:spcBef>
                <a:spcPts val="0"/>
              </a:spcBef>
              <a:spcAft>
                <a:spcPts val="0"/>
              </a:spcAft>
              <a:buSzPts val="1600"/>
              <a:buChar char="●"/>
            </a:pPr>
            <a:r>
              <a:rPr lang="en"/>
              <a:t>Short-term risks include increased fraud, misinformation, and illegal content.</a:t>
            </a:r>
            <a:endParaRPr/>
          </a:p>
          <a:p>
            <a:pPr indent="-330200" lvl="0" marL="457200" rtl="0" algn="l">
              <a:lnSpc>
                <a:spcPct val="130000"/>
              </a:lnSpc>
              <a:spcBef>
                <a:spcPts val="0"/>
              </a:spcBef>
              <a:spcAft>
                <a:spcPts val="0"/>
              </a:spcAft>
              <a:buSzPts val="1600"/>
              <a:buChar char="●"/>
            </a:pPr>
            <a:r>
              <a:rPr lang="en"/>
              <a:t>Erode media trust, leading to widespread skepticism.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9"/>
          <p:cNvSpPr txBox="1"/>
          <p:nvPr>
            <p:ph type="title"/>
          </p:nvPr>
        </p:nvSpPr>
        <p:spPr>
          <a:xfrm>
            <a:off x="425196" y="286187"/>
            <a:ext cx="7886700" cy="443400"/>
          </a:xfrm>
          <a:prstGeom prst="rect">
            <a:avLst/>
          </a:prstGeom>
          <a:noFill/>
          <a:ln>
            <a:noFill/>
          </a:ln>
        </p:spPr>
        <p:txBody>
          <a:bodyPr anchorCtr="0" anchor="b" bIns="34275" lIns="68575" spcFirstLastPara="1" rIns="68575" wrap="square" tIns="34275">
            <a:spAutoFit/>
          </a:bodyPr>
          <a:lstStyle/>
          <a:p>
            <a:pPr indent="0" lvl="0" marL="0" rtl="0" algn="l">
              <a:lnSpc>
                <a:spcPct val="90000"/>
              </a:lnSpc>
              <a:spcBef>
                <a:spcPts val="0"/>
              </a:spcBef>
              <a:spcAft>
                <a:spcPts val="0"/>
              </a:spcAft>
              <a:buClr>
                <a:srgbClr val="FF5F05"/>
              </a:buClr>
              <a:buSzPts val="2700"/>
              <a:buFont typeface="Arial"/>
              <a:buNone/>
            </a:pPr>
            <a:r>
              <a:rPr lang="en"/>
              <a:t>Limitations of Current Studies</a:t>
            </a:r>
            <a:endParaRPr/>
          </a:p>
        </p:txBody>
      </p:sp>
      <p:sp>
        <p:nvSpPr>
          <p:cNvPr id="210" name="Google Shape;210;p39"/>
          <p:cNvSpPr txBox="1"/>
          <p:nvPr>
            <p:ph idx="1" type="body"/>
          </p:nvPr>
        </p:nvSpPr>
        <p:spPr>
          <a:xfrm>
            <a:off x="425200" y="1017425"/>
            <a:ext cx="8371500" cy="10827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b="1" lang="en"/>
              <a:t>Dataset Limitations</a:t>
            </a:r>
            <a:endParaRPr b="1"/>
          </a:p>
          <a:p>
            <a:pPr indent="-330200" lvl="0" marL="457200" rtl="0" algn="l">
              <a:lnSpc>
                <a:spcPct val="130000"/>
              </a:lnSpc>
              <a:spcBef>
                <a:spcPts val="0"/>
              </a:spcBef>
              <a:spcAft>
                <a:spcPts val="0"/>
              </a:spcAft>
              <a:buSzPts val="1600"/>
              <a:buChar char="●"/>
            </a:pPr>
            <a:r>
              <a:rPr lang="en"/>
              <a:t>Overreliance on specific datasets that lack diversity (Passos et al. 2023)</a:t>
            </a:r>
            <a:endParaRPr/>
          </a:p>
          <a:p>
            <a:pPr indent="-330200" lvl="0" marL="457200" rtl="0" algn="l">
              <a:lnSpc>
                <a:spcPct val="130000"/>
              </a:lnSpc>
              <a:spcBef>
                <a:spcPts val="0"/>
              </a:spcBef>
              <a:spcAft>
                <a:spcPts val="0"/>
              </a:spcAft>
              <a:buSzPts val="1600"/>
              <a:buChar char="●"/>
            </a:pPr>
            <a:r>
              <a:rPr lang="en"/>
              <a:t>Often focus on simpler deepfakes and may not adequately represent more complex forgeries.</a:t>
            </a:r>
            <a:endParaRPr/>
          </a:p>
        </p:txBody>
      </p:sp>
      <p:sp>
        <p:nvSpPr>
          <p:cNvPr id="211" name="Google Shape;211;p39"/>
          <p:cNvSpPr txBox="1"/>
          <p:nvPr>
            <p:ph idx="2" type="body"/>
          </p:nvPr>
        </p:nvSpPr>
        <p:spPr>
          <a:xfrm>
            <a:off x="425200" y="2100125"/>
            <a:ext cx="8505900" cy="11127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b="1" lang="en"/>
              <a:t>Ethical and Legal Gaps</a:t>
            </a:r>
            <a:endParaRPr b="1"/>
          </a:p>
          <a:p>
            <a:pPr indent="-330200" lvl="0" marL="457200" rtl="0" algn="l">
              <a:lnSpc>
                <a:spcPct val="130000"/>
              </a:lnSpc>
              <a:spcBef>
                <a:spcPts val="0"/>
              </a:spcBef>
              <a:spcAft>
                <a:spcPts val="0"/>
              </a:spcAft>
              <a:buSzPts val="1600"/>
              <a:buChar char="●"/>
            </a:pPr>
            <a:r>
              <a:rPr lang="en"/>
              <a:t>Significant gaps remain in addressing broader ethical and regulatory challenges.</a:t>
            </a:r>
            <a:endParaRPr/>
          </a:p>
          <a:p>
            <a:pPr indent="-330200" lvl="0" marL="457200" rtl="0" algn="l">
              <a:lnSpc>
                <a:spcPct val="130000"/>
              </a:lnSpc>
              <a:spcBef>
                <a:spcPts val="0"/>
              </a:spcBef>
              <a:spcAft>
                <a:spcPts val="0"/>
              </a:spcAft>
              <a:buSzPts val="1600"/>
              <a:buChar char="●"/>
            </a:pPr>
            <a:r>
              <a:rPr lang="en"/>
              <a:t>Existing regulations fail to adequately protect against emerging threats posed by AI</a:t>
            </a:r>
            <a:endParaRPr/>
          </a:p>
        </p:txBody>
      </p:sp>
      <p:sp>
        <p:nvSpPr>
          <p:cNvPr id="212" name="Google Shape;212;p39"/>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None/>
            </a:pPr>
            <a:fld id="{00000000-1234-1234-1234-123412341234}" type="slidenum">
              <a:rPr lang="en"/>
              <a:t>‹#›</a:t>
            </a:fld>
            <a:endParaRPr/>
          </a:p>
        </p:txBody>
      </p:sp>
      <p:sp>
        <p:nvSpPr>
          <p:cNvPr id="213" name="Google Shape;213;p39"/>
          <p:cNvSpPr txBox="1"/>
          <p:nvPr>
            <p:ph idx="2" type="body"/>
          </p:nvPr>
        </p:nvSpPr>
        <p:spPr>
          <a:xfrm>
            <a:off x="425200" y="3292475"/>
            <a:ext cx="7886700" cy="10218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b="1" lang="en"/>
              <a:t>Detection Model Vulnerabilities</a:t>
            </a:r>
            <a:endParaRPr b="1"/>
          </a:p>
          <a:p>
            <a:pPr indent="-330200" lvl="0" marL="457200" rtl="0" algn="l">
              <a:lnSpc>
                <a:spcPct val="130000"/>
              </a:lnSpc>
              <a:spcBef>
                <a:spcPts val="0"/>
              </a:spcBef>
              <a:spcAft>
                <a:spcPts val="0"/>
              </a:spcAft>
              <a:buSzPts val="1600"/>
              <a:buChar char="●"/>
            </a:pPr>
            <a:r>
              <a:rPr lang="en"/>
              <a:t>Detection models struggle under challenging conditions, such as noise, visual occlusions.</a:t>
            </a:r>
            <a:endParaRPr/>
          </a:p>
          <a:p>
            <a:pPr indent="-330200" lvl="0" marL="457200" rtl="0" algn="l">
              <a:lnSpc>
                <a:spcPct val="130000"/>
              </a:lnSpc>
              <a:spcBef>
                <a:spcPts val="0"/>
              </a:spcBef>
              <a:spcAft>
                <a:spcPts val="0"/>
              </a:spcAft>
              <a:buSzPts val="1600"/>
              <a:buChar char="●"/>
            </a:pPr>
            <a:r>
              <a:rPr lang="en"/>
              <a:t>Dependency on Specific Criteria.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0"/>
          <p:cNvSpPr txBox="1"/>
          <p:nvPr>
            <p:ph type="title"/>
          </p:nvPr>
        </p:nvSpPr>
        <p:spPr>
          <a:xfrm>
            <a:off x="425196" y="1124712"/>
            <a:ext cx="5213700" cy="443400"/>
          </a:xfrm>
          <a:prstGeom prst="rect">
            <a:avLst/>
          </a:prstGeom>
          <a:noFill/>
          <a:ln>
            <a:noFill/>
          </a:ln>
        </p:spPr>
        <p:txBody>
          <a:bodyPr anchorCtr="0" anchor="b" bIns="34275" lIns="68575" spcFirstLastPara="1" rIns="68575" wrap="square" tIns="34275">
            <a:spAutoFit/>
          </a:bodyPr>
          <a:lstStyle/>
          <a:p>
            <a:pPr indent="0" lvl="0" marL="0" rtl="0" algn="l">
              <a:lnSpc>
                <a:spcPct val="90000"/>
              </a:lnSpc>
              <a:spcBef>
                <a:spcPts val="0"/>
              </a:spcBef>
              <a:spcAft>
                <a:spcPts val="0"/>
              </a:spcAft>
              <a:buClr>
                <a:srgbClr val="FF5F05"/>
              </a:buClr>
              <a:buSzPts val="2700"/>
              <a:buFont typeface="Arial"/>
              <a:buNone/>
            </a:pPr>
            <a:r>
              <a:rPr lang="en"/>
              <a:t>Project Objectives</a:t>
            </a:r>
            <a:endParaRPr/>
          </a:p>
        </p:txBody>
      </p:sp>
      <p:sp>
        <p:nvSpPr>
          <p:cNvPr id="220" name="Google Shape;220;p40"/>
          <p:cNvSpPr txBox="1"/>
          <p:nvPr>
            <p:ph idx="1" type="body"/>
          </p:nvPr>
        </p:nvSpPr>
        <p:spPr>
          <a:xfrm>
            <a:off x="425202" y="1639050"/>
            <a:ext cx="8279700" cy="29073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lang="en" sz="1800"/>
              <a:t>To improve deepfake detection models by addressing the limitations of current datasets and incorporating ethical considerations into the development and deployment process.</a:t>
            </a:r>
            <a:endParaRPr sz="1800"/>
          </a:p>
        </p:txBody>
      </p:sp>
      <p:sp>
        <p:nvSpPr>
          <p:cNvPr id="221" name="Google Shape;221;p40"/>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1"/>
          <p:cNvSpPr txBox="1"/>
          <p:nvPr>
            <p:ph type="title"/>
          </p:nvPr>
        </p:nvSpPr>
        <p:spPr>
          <a:xfrm>
            <a:off x="425196" y="286187"/>
            <a:ext cx="7886700" cy="443400"/>
          </a:xfrm>
          <a:prstGeom prst="rect">
            <a:avLst/>
          </a:prstGeom>
          <a:noFill/>
          <a:ln>
            <a:noFill/>
          </a:ln>
        </p:spPr>
        <p:txBody>
          <a:bodyPr anchorCtr="0" anchor="b" bIns="34275" lIns="68575" spcFirstLastPara="1" rIns="68575" wrap="square" tIns="34275">
            <a:spAutoFit/>
          </a:bodyPr>
          <a:lstStyle/>
          <a:p>
            <a:pPr indent="0" lvl="0" marL="0" rtl="0" algn="l">
              <a:spcBef>
                <a:spcPts val="0"/>
              </a:spcBef>
              <a:spcAft>
                <a:spcPts val="0"/>
              </a:spcAft>
              <a:buClr>
                <a:srgbClr val="FF5F05"/>
              </a:buClr>
              <a:buSzPts val="2700"/>
              <a:buFont typeface="Arial"/>
              <a:buNone/>
            </a:pPr>
            <a:r>
              <a:rPr lang="en"/>
              <a:t>Relevant Theories Framework</a:t>
            </a:r>
            <a:endParaRPr/>
          </a:p>
        </p:txBody>
      </p:sp>
      <p:sp>
        <p:nvSpPr>
          <p:cNvPr id="228" name="Google Shape;228;p41"/>
          <p:cNvSpPr txBox="1"/>
          <p:nvPr>
            <p:ph idx="1" type="body"/>
          </p:nvPr>
        </p:nvSpPr>
        <p:spPr>
          <a:xfrm>
            <a:off x="386250" y="1181175"/>
            <a:ext cx="8371500" cy="22458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None/>
            </a:pPr>
            <a:r>
              <a:rPr b="1" lang="en"/>
              <a:t>Ethical Frameworks for Responsible Detection</a:t>
            </a:r>
            <a:endParaRPr b="1"/>
          </a:p>
          <a:p>
            <a:pPr indent="-317500" lvl="0" marL="457200" rtl="0" algn="l">
              <a:spcBef>
                <a:spcPts val="0"/>
              </a:spcBef>
              <a:spcAft>
                <a:spcPts val="0"/>
              </a:spcAft>
              <a:buSzPts val="1400"/>
              <a:buChar char="●"/>
            </a:pPr>
            <a:r>
              <a:rPr b="1" lang="en">
                <a:solidFill>
                  <a:srgbClr val="000000"/>
                </a:solidFill>
              </a:rPr>
              <a:t>Consequentialism</a:t>
            </a:r>
            <a:endParaRPr b="1">
              <a:solidFill>
                <a:srgbClr val="000000"/>
              </a:solidFill>
            </a:endParaRPr>
          </a:p>
          <a:p>
            <a:pPr indent="0" lvl="0" marL="457200" rtl="0" algn="l">
              <a:spcBef>
                <a:spcPts val="0"/>
              </a:spcBef>
              <a:spcAft>
                <a:spcPts val="0"/>
              </a:spcAft>
              <a:buNone/>
            </a:pPr>
            <a:r>
              <a:rPr lang="en">
                <a:solidFill>
                  <a:srgbClr val="000000"/>
                </a:solidFill>
              </a:rPr>
              <a:t>Focuses on evaluating outcomes (e.g., reducing misinformation vs. risks like privacy violations).</a:t>
            </a:r>
            <a:endParaRPr>
              <a:solidFill>
                <a:srgbClr val="000000"/>
              </a:solidFill>
            </a:endParaRPr>
          </a:p>
          <a:p>
            <a:pPr indent="-317500" lvl="0" marL="457200" rtl="0" algn="l">
              <a:spcBef>
                <a:spcPts val="0"/>
              </a:spcBef>
              <a:spcAft>
                <a:spcPts val="0"/>
              </a:spcAft>
              <a:buSzPts val="1400"/>
              <a:buChar char="●"/>
            </a:pPr>
            <a:r>
              <a:rPr b="1" lang="en">
                <a:solidFill>
                  <a:srgbClr val="000000"/>
                </a:solidFill>
              </a:rPr>
              <a:t>Non-Consequentialism</a:t>
            </a:r>
            <a:endParaRPr b="1">
              <a:solidFill>
                <a:srgbClr val="000000"/>
              </a:solidFill>
            </a:endParaRPr>
          </a:p>
          <a:p>
            <a:pPr indent="0" lvl="0" marL="457200" rtl="0" algn="l">
              <a:spcBef>
                <a:spcPts val="0"/>
              </a:spcBef>
              <a:spcAft>
                <a:spcPts val="0"/>
              </a:spcAft>
              <a:buNone/>
            </a:pPr>
            <a:r>
              <a:rPr lang="en">
                <a:solidFill>
                  <a:srgbClr val="000000"/>
                </a:solidFill>
              </a:rPr>
              <a:t>Prioritizes </a:t>
            </a:r>
            <a:r>
              <a:rPr b="1" lang="en">
                <a:solidFill>
                  <a:srgbClr val="000000"/>
                </a:solidFill>
              </a:rPr>
              <a:t>intentions</a:t>
            </a:r>
            <a:r>
              <a:rPr lang="en">
                <a:solidFill>
                  <a:srgbClr val="000000"/>
                </a:solidFill>
              </a:rPr>
              <a:t> behind technology use, emphasizing </a:t>
            </a:r>
            <a:r>
              <a:rPr b="1" lang="en">
                <a:solidFill>
                  <a:srgbClr val="000000"/>
                </a:solidFill>
              </a:rPr>
              <a:t>transparency</a:t>
            </a:r>
            <a:r>
              <a:rPr lang="en">
                <a:solidFill>
                  <a:srgbClr val="000000"/>
                </a:solidFill>
              </a:rPr>
              <a:t> and </a:t>
            </a:r>
            <a:r>
              <a:rPr b="1" lang="en">
                <a:solidFill>
                  <a:srgbClr val="000000"/>
                </a:solidFill>
              </a:rPr>
              <a:t>individual rights</a:t>
            </a:r>
            <a:r>
              <a:rPr lang="en">
                <a:solidFill>
                  <a:srgbClr val="000000"/>
                </a:solidFill>
              </a:rPr>
              <a:t>.</a:t>
            </a:r>
            <a:endParaRPr b="1">
              <a:solidFill>
                <a:srgbClr val="000000"/>
              </a:solidFill>
            </a:endParaRPr>
          </a:p>
          <a:p>
            <a:pPr indent="-317500" lvl="0" marL="457200" rtl="0" algn="l">
              <a:spcBef>
                <a:spcPts val="0"/>
              </a:spcBef>
              <a:spcAft>
                <a:spcPts val="0"/>
              </a:spcAft>
              <a:buSzPts val="1400"/>
              <a:buChar char="●"/>
            </a:pPr>
            <a:r>
              <a:rPr b="1" lang="en">
                <a:solidFill>
                  <a:srgbClr val="000000"/>
                </a:solidFill>
              </a:rPr>
              <a:t>Agent-Centered Approaches</a:t>
            </a:r>
            <a:endParaRPr b="1">
              <a:solidFill>
                <a:srgbClr val="000000"/>
              </a:solidFill>
            </a:endParaRPr>
          </a:p>
          <a:p>
            <a:pPr indent="0" lvl="0" marL="457200" rtl="0" algn="l">
              <a:spcBef>
                <a:spcPts val="0"/>
              </a:spcBef>
              <a:spcAft>
                <a:spcPts val="0"/>
              </a:spcAft>
              <a:buNone/>
            </a:pPr>
            <a:r>
              <a:rPr lang="en">
                <a:solidFill>
                  <a:srgbClr val="000000"/>
                </a:solidFill>
              </a:rPr>
              <a:t>Assigns responsibility to those </a:t>
            </a:r>
            <a:r>
              <a:rPr b="1" lang="en">
                <a:solidFill>
                  <a:srgbClr val="000000"/>
                </a:solidFill>
              </a:rPr>
              <a:t>deploying</a:t>
            </a:r>
            <a:r>
              <a:rPr lang="en">
                <a:solidFill>
                  <a:srgbClr val="000000"/>
                </a:solidFill>
              </a:rPr>
              <a:t> technologies, ensuring </a:t>
            </a:r>
            <a:r>
              <a:rPr b="1" lang="en">
                <a:solidFill>
                  <a:srgbClr val="000000"/>
                </a:solidFill>
              </a:rPr>
              <a:t>ethical oversight</a:t>
            </a:r>
            <a:r>
              <a:rPr lang="en">
                <a:solidFill>
                  <a:srgbClr val="000000"/>
                </a:solidFill>
              </a:rPr>
              <a:t>, particularly in sensitive areas like politics or personal media.</a:t>
            </a:r>
            <a:endParaRPr b="1">
              <a:solidFill>
                <a:srgbClr val="000000"/>
              </a:solidFill>
            </a:endParaRPr>
          </a:p>
        </p:txBody>
      </p:sp>
      <p:sp>
        <p:nvSpPr>
          <p:cNvPr id="229" name="Google Shape;229;p41"/>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2"/>
          <p:cNvSpPr txBox="1"/>
          <p:nvPr>
            <p:ph type="title"/>
          </p:nvPr>
        </p:nvSpPr>
        <p:spPr>
          <a:xfrm>
            <a:off x="425196" y="286187"/>
            <a:ext cx="7886700" cy="443400"/>
          </a:xfrm>
          <a:prstGeom prst="rect">
            <a:avLst/>
          </a:prstGeom>
          <a:noFill/>
          <a:ln>
            <a:noFill/>
          </a:ln>
        </p:spPr>
        <p:txBody>
          <a:bodyPr anchorCtr="0" anchor="b" bIns="34275" lIns="68575" spcFirstLastPara="1" rIns="68575" wrap="square" tIns="34275">
            <a:spAutoFit/>
          </a:bodyPr>
          <a:lstStyle/>
          <a:p>
            <a:pPr indent="0" lvl="0" marL="0" rtl="0" algn="l">
              <a:lnSpc>
                <a:spcPct val="90000"/>
              </a:lnSpc>
              <a:spcBef>
                <a:spcPts val="0"/>
              </a:spcBef>
              <a:spcAft>
                <a:spcPts val="0"/>
              </a:spcAft>
              <a:buClr>
                <a:srgbClr val="FF5F05"/>
              </a:buClr>
              <a:buSzPts val="2700"/>
              <a:buFont typeface="Arial"/>
              <a:buNone/>
            </a:pPr>
            <a:r>
              <a:rPr b="1" i="0" lang="en" u="none" strike="noStrike">
                <a:solidFill>
                  <a:schemeClr val="dk2"/>
                </a:solidFill>
                <a:latin typeface="Arial"/>
                <a:ea typeface="Arial"/>
                <a:cs typeface="Arial"/>
                <a:sym typeface="Arial"/>
              </a:rPr>
              <a:t>Solution</a:t>
            </a:r>
            <a:endParaRPr>
              <a:solidFill>
                <a:schemeClr val="dk2"/>
              </a:solidFill>
              <a:latin typeface="Arial"/>
              <a:ea typeface="Arial"/>
              <a:cs typeface="Arial"/>
              <a:sym typeface="Arial"/>
            </a:endParaRPr>
          </a:p>
        </p:txBody>
      </p:sp>
      <p:sp>
        <p:nvSpPr>
          <p:cNvPr id="236" name="Google Shape;236;p42"/>
          <p:cNvSpPr txBox="1"/>
          <p:nvPr>
            <p:ph idx="1" type="body"/>
          </p:nvPr>
        </p:nvSpPr>
        <p:spPr>
          <a:xfrm>
            <a:off x="425200" y="872296"/>
            <a:ext cx="8371500" cy="2846100"/>
          </a:xfrm>
          <a:prstGeom prst="rect">
            <a:avLst/>
          </a:prstGeom>
          <a:noFill/>
          <a:ln>
            <a:noFill/>
          </a:ln>
        </p:spPr>
        <p:txBody>
          <a:bodyPr anchorCtr="0" anchor="t" bIns="34275" lIns="68575" spcFirstLastPara="1" rIns="68575" wrap="square" tIns="34275">
            <a:spAutoFit/>
          </a:bodyPr>
          <a:lstStyle/>
          <a:p>
            <a:pPr indent="0" lvl="0" marL="0" rtl="0" algn="l">
              <a:lnSpc>
                <a:spcPct val="130000"/>
              </a:lnSpc>
              <a:spcBef>
                <a:spcPts val="0"/>
              </a:spcBef>
              <a:spcAft>
                <a:spcPts val="0"/>
              </a:spcAft>
              <a:buSzPts val="1600"/>
              <a:buNone/>
            </a:pPr>
            <a:r>
              <a:rPr b="1" lang="en" sz="1600"/>
              <a:t>Improving Deepfake Detection with Diverse Data</a:t>
            </a:r>
            <a:endParaRPr b="1" sz="1600"/>
          </a:p>
          <a:p>
            <a:pPr indent="0" lvl="0" marL="0" rtl="0" algn="l">
              <a:lnSpc>
                <a:spcPct val="130000"/>
              </a:lnSpc>
              <a:spcBef>
                <a:spcPts val="0"/>
              </a:spcBef>
              <a:spcAft>
                <a:spcPts val="0"/>
              </a:spcAft>
              <a:buSzPts val="1600"/>
              <a:buNone/>
            </a:pPr>
            <a:r>
              <a:t/>
            </a:r>
            <a:endParaRPr b="1"/>
          </a:p>
          <a:p>
            <a:pPr indent="0" lvl="0" marL="0" rtl="0" algn="l">
              <a:lnSpc>
                <a:spcPct val="130000"/>
              </a:lnSpc>
              <a:spcBef>
                <a:spcPts val="0"/>
              </a:spcBef>
              <a:spcAft>
                <a:spcPts val="0"/>
              </a:spcAft>
              <a:buSzPts val="1600"/>
              <a:buNone/>
            </a:pPr>
            <a:r>
              <a:rPr b="1" lang="en">
                <a:solidFill>
                  <a:srgbClr val="000000"/>
                </a:solidFill>
              </a:rPr>
              <a:t>Data Augmentation: </a:t>
            </a:r>
            <a:r>
              <a:rPr lang="en">
                <a:solidFill>
                  <a:srgbClr val="000000"/>
                </a:solidFill>
              </a:rPr>
              <a:t>Apply techniques like rotating, blurring, pitch shifting, and noise addition to improve model adaptability across varied input conditions.</a:t>
            </a:r>
            <a:endParaRPr>
              <a:solidFill>
                <a:srgbClr val="000000"/>
              </a:solidFill>
            </a:endParaRPr>
          </a:p>
          <a:p>
            <a:pPr indent="0" lvl="0" marL="0" rtl="0" algn="l">
              <a:lnSpc>
                <a:spcPct val="130000"/>
              </a:lnSpc>
              <a:spcBef>
                <a:spcPts val="0"/>
              </a:spcBef>
              <a:spcAft>
                <a:spcPts val="0"/>
              </a:spcAft>
              <a:buSzPts val="1600"/>
              <a:buNone/>
            </a:pPr>
            <a:r>
              <a:t/>
            </a:r>
            <a:endParaRPr>
              <a:solidFill>
                <a:srgbClr val="000000"/>
              </a:solidFill>
            </a:endParaRPr>
          </a:p>
          <a:p>
            <a:pPr indent="0" lvl="0" marL="0" rtl="0" algn="l">
              <a:lnSpc>
                <a:spcPct val="130000"/>
              </a:lnSpc>
              <a:spcBef>
                <a:spcPts val="0"/>
              </a:spcBef>
              <a:spcAft>
                <a:spcPts val="0"/>
              </a:spcAft>
              <a:buSzPts val="1600"/>
              <a:buNone/>
            </a:pPr>
            <a:r>
              <a:rPr b="1" lang="en">
                <a:solidFill>
                  <a:srgbClr val="000000"/>
                </a:solidFill>
              </a:rPr>
              <a:t>Global Content Inclusion: </a:t>
            </a:r>
            <a:r>
              <a:rPr lang="en">
                <a:solidFill>
                  <a:srgbClr val="000000"/>
                </a:solidFill>
              </a:rPr>
              <a:t>Collect data from social platforms worldwide to expose models to diverse accents, styles, and scenarios for improved generalization.</a:t>
            </a:r>
            <a:endParaRPr>
              <a:solidFill>
                <a:srgbClr val="000000"/>
              </a:solidFill>
            </a:endParaRPr>
          </a:p>
          <a:p>
            <a:pPr indent="0" lvl="0" marL="0" rtl="0" algn="l">
              <a:lnSpc>
                <a:spcPct val="130000"/>
              </a:lnSpc>
              <a:spcBef>
                <a:spcPts val="0"/>
              </a:spcBef>
              <a:spcAft>
                <a:spcPts val="0"/>
              </a:spcAft>
              <a:buSzPts val="1600"/>
              <a:buNone/>
            </a:pPr>
            <a:r>
              <a:t/>
            </a:r>
            <a:endParaRPr>
              <a:solidFill>
                <a:srgbClr val="000000"/>
              </a:solidFill>
            </a:endParaRPr>
          </a:p>
          <a:p>
            <a:pPr indent="0" lvl="0" marL="0" rtl="0" algn="l">
              <a:lnSpc>
                <a:spcPct val="130000"/>
              </a:lnSpc>
              <a:spcBef>
                <a:spcPts val="0"/>
              </a:spcBef>
              <a:spcAft>
                <a:spcPts val="0"/>
              </a:spcAft>
              <a:buSzPts val="1600"/>
              <a:buNone/>
            </a:pPr>
            <a:r>
              <a:rPr b="1" lang="en">
                <a:solidFill>
                  <a:srgbClr val="000000"/>
                </a:solidFill>
              </a:rPr>
              <a:t>Multi-Modal Training: </a:t>
            </a:r>
            <a:r>
              <a:rPr lang="en">
                <a:solidFill>
                  <a:srgbClr val="000000"/>
                </a:solidFill>
              </a:rPr>
              <a:t>Combine image and audio data to build comprehensive and reliable detection systems for real-world applications.</a:t>
            </a:r>
            <a:endParaRPr/>
          </a:p>
        </p:txBody>
      </p:sp>
      <p:sp>
        <p:nvSpPr>
          <p:cNvPr id="237" name="Google Shape;237;p42"/>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3"/>
          <p:cNvSpPr txBox="1"/>
          <p:nvPr>
            <p:ph type="title"/>
          </p:nvPr>
        </p:nvSpPr>
        <p:spPr>
          <a:xfrm>
            <a:off x="425196" y="286187"/>
            <a:ext cx="7886700" cy="443400"/>
          </a:xfrm>
          <a:prstGeom prst="rect">
            <a:avLst/>
          </a:prstGeom>
          <a:noFill/>
          <a:ln>
            <a:noFill/>
          </a:ln>
        </p:spPr>
        <p:txBody>
          <a:bodyPr anchorCtr="0" anchor="b" bIns="34275" lIns="68575" spcFirstLastPara="1" rIns="68575" wrap="square" tIns="34275">
            <a:spAutoFit/>
          </a:bodyPr>
          <a:lstStyle/>
          <a:p>
            <a:pPr indent="0" lvl="0" marL="0" rtl="0" algn="l">
              <a:lnSpc>
                <a:spcPct val="90000"/>
              </a:lnSpc>
              <a:spcBef>
                <a:spcPts val="0"/>
              </a:spcBef>
              <a:spcAft>
                <a:spcPts val="0"/>
              </a:spcAft>
              <a:buClr>
                <a:srgbClr val="FF5F05"/>
              </a:buClr>
              <a:buSzPts val="2700"/>
              <a:buFont typeface="Arial"/>
              <a:buNone/>
            </a:pPr>
            <a:r>
              <a:rPr b="1" i="0" lang="en" u="none" strike="noStrike">
                <a:solidFill>
                  <a:schemeClr val="dk2"/>
                </a:solidFill>
                <a:latin typeface="Arial"/>
                <a:ea typeface="Arial"/>
                <a:cs typeface="Arial"/>
                <a:sym typeface="Arial"/>
              </a:rPr>
              <a:t>Solution</a:t>
            </a:r>
            <a:endParaRPr>
              <a:solidFill>
                <a:schemeClr val="dk2"/>
              </a:solidFill>
              <a:latin typeface="Arial"/>
              <a:ea typeface="Arial"/>
              <a:cs typeface="Arial"/>
              <a:sym typeface="Arial"/>
            </a:endParaRPr>
          </a:p>
        </p:txBody>
      </p:sp>
      <p:sp>
        <p:nvSpPr>
          <p:cNvPr id="244" name="Google Shape;244;p43"/>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245" name="Google Shape;245;p43"/>
          <p:cNvSpPr txBox="1"/>
          <p:nvPr>
            <p:ph idx="2" type="body"/>
          </p:nvPr>
        </p:nvSpPr>
        <p:spPr>
          <a:xfrm>
            <a:off x="425200" y="876246"/>
            <a:ext cx="8223300" cy="3095400"/>
          </a:xfrm>
          <a:prstGeom prst="rect">
            <a:avLst/>
          </a:prstGeom>
          <a:noFill/>
          <a:ln>
            <a:noFill/>
          </a:ln>
        </p:spPr>
        <p:txBody>
          <a:bodyPr anchorCtr="0" anchor="t" bIns="34275" lIns="68575" spcFirstLastPara="1" rIns="68575" wrap="square" tIns="34275">
            <a:spAutoFit/>
          </a:bodyPr>
          <a:lstStyle/>
          <a:p>
            <a:pPr indent="0" lvl="0" marL="0" rtl="0" algn="l">
              <a:lnSpc>
                <a:spcPct val="130000"/>
              </a:lnSpc>
              <a:spcBef>
                <a:spcPts val="0"/>
              </a:spcBef>
              <a:spcAft>
                <a:spcPts val="0"/>
              </a:spcAft>
              <a:buSzPts val="1600"/>
              <a:buNone/>
            </a:pPr>
            <a:r>
              <a:rPr b="1" lang="en" sz="1600"/>
              <a:t>Ethical and Legal Considerations</a:t>
            </a:r>
            <a:endParaRPr b="1" sz="1600"/>
          </a:p>
          <a:p>
            <a:pPr indent="0" lvl="0" marL="0" rtl="0" algn="l">
              <a:lnSpc>
                <a:spcPct val="130000"/>
              </a:lnSpc>
              <a:spcBef>
                <a:spcPts val="0"/>
              </a:spcBef>
              <a:spcAft>
                <a:spcPts val="0"/>
              </a:spcAft>
              <a:buSzPts val="1600"/>
              <a:buNone/>
            </a:pPr>
            <a:r>
              <a:t/>
            </a:r>
            <a:endParaRPr b="1"/>
          </a:p>
          <a:p>
            <a:pPr indent="0" lvl="0" marL="0" rtl="0" algn="l">
              <a:lnSpc>
                <a:spcPct val="130000"/>
              </a:lnSpc>
              <a:spcBef>
                <a:spcPts val="0"/>
              </a:spcBef>
              <a:spcAft>
                <a:spcPts val="0"/>
              </a:spcAft>
              <a:buSzPts val="1600"/>
              <a:buNone/>
            </a:pPr>
            <a:r>
              <a:rPr b="1" lang="en">
                <a:solidFill>
                  <a:srgbClr val="000000"/>
                </a:solidFill>
              </a:rPr>
              <a:t>Regulatory Alignment: </a:t>
            </a:r>
            <a:r>
              <a:rPr lang="en">
                <a:solidFill>
                  <a:srgbClr val="000000"/>
                </a:solidFill>
              </a:rPr>
              <a:t>Align with privacy regulations like GDPR to safeguard user privacy and prevent misuse.</a:t>
            </a:r>
            <a:endParaRPr>
              <a:solidFill>
                <a:srgbClr val="000000"/>
              </a:solidFill>
            </a:endParaRPr>
          </a:p>
          <a:p>
            <a:pPr indent="0" lvl="0" marL="0" rtl="0" algn="l">
              <a:lnSpc>
                <a:spcPct val="130000"/>
              </a:lnSpc>
              <a:spcBef>
                <a:spcPts val="0"/>
              </a:spcBef>
              <a:spcAft>
                <a:spcPts val="0"/>
              </a:spcAft>
              <a:buSzPts val="1600"/>
              <a:buNone/>
            </a:pPr>
            <a:r>
              <a:t/>
            </a:r>
            <a:endParaRPr>
              <a:solidFill>
                <a:srgbClr val="000000"/>
              </a:solidFill>
            </a:endParaRPr>
          </a:p>
          <a:p>
            <a:pPr indent="0" lvl="0" marL="0" rtl="0" algn="l">
              <a:lnSpc>
                <a:spcPct val="130000"/>
              </a:lnSpc>
              <a:spcBef>
                <a:spcPts val="0"/>
              </a:spcBef>
              <a:spcAft>
                <a:spcPts val="0"/>
              </a:spcAft>
              <a:buSzPts val="1600"/>
              <a:buNone/>
            </a:pPr>
            <a:r>
              <a:rPr b="1" lang="en">
                <a:solidFill>
                  <a:srgbClr val="000000"/>
                </a:solidFill>
              </a:rPr>
              <a:t>Transparency &amp; Accountability: </a:t>
            </a:r>
            <a:r>
              <a:rPr lang="en">
                <a:solidFill>
                  <a:srgbClr val="000000"/>
                </a:solidFill>
              </a:rPr>
              <a:t>Promote clear accountability for false positives and detection errors,</a:t>
            </a:r>
            <a:r>
              <a:rPr b="1" lang="en">
                <a:solidFill>
                  <a:srgbClr val="000000"/>
                </a:solidFill>
              </a:rPr>
              <a:t> </a:t>
            </a:r>
            <a:r>
              <a:rPr lang="en">
                <a:solidFill>
                  <a:srgbClr val="000000"/>
                </a:solidFill>
              </a:rPr>
              <a:t>especially on media platforms.</a:t>
            </a:r>
            <a:endParaRPr>
              <a:solidFill>
                <a:srgbClr val="000000"/>
              </a:solidFill>
            </a:endParaRPr>
          </a:p>
          <a:p>
            <a:pPr indent="0" lvl="0" marL="0" rtl="0" algn="l">
              <a:lnSpc>
                <a:spcPct val="130000"/>
              </a:lnSpc>
              <a:spcBef>
                <a:spcPts val="0"/>
              </a:spcBef>
              <a:spcAft>
                <a:spcPts val="0"/>
              </a:spcAft>
              <a:buSzPts val="1600"/>
              <a:buNone/>
            </a:pPr>
            <a:r>
              <a:t/>
            </a:r>
            <a:endParaRPr>
              <a:solidFill>
                <a:srgbClr val="000000"/>
              </a:solidFill>
            </a:endParaRPr>
          </a:p>
          <a:p>
            <a:pPr indent="0" lvl="0" marL="0" rtl="0" algn="l">
              <a:lnSpc>
                <a:spcPct val="130000"/>
              </a:lnSpc>
              <a:spcBef>
                <a:spcPts val="0"/>
              </a:spcBef>
              <a:spcAft>
                <a:spcPts val="0"/>
              </a:spcAft>
              <a:buSzPts val="1600"/>
              <a:buNone/>
            </a:pPr>
            <a:r>
              <a:rPr b="1" lang="en">
                <a:solidFill>
                  <a:srgbClr val="000000"/>
                </a:solidFill>
              </a:rPr>
              <a:t>Privacy Protection: </a:t>
            </a:r>
            <a:r>
              <a:rPr lang="en">
                <a:solidFill>
                  <a:srgbClr val="000000"/>
                </a:solidFill>
              </a:rPr>
              <a:t>Prioritize individual privacy and minimize risks to personal reputation, particularly in sensitive areas like politics and personal media.</a:t>
            </a:r>
            <a:endParaRPr>
              <a:solidFill>
                <a:srgbClr val="000000"/>
              </a:solidFill>
            </a:endParaRPr>
          </a:p>
          <a:p>
            <a:pPr indent="0" lvl="0" marL="0" rtl="0" algn="l">
              <a:lnSpc>
                <a:spcPct val="130000"/>
              </a:lnSpc>
              <a:spcBef>
                <a:spcPts val="0"/>
              </a:spcBef>
              <a:spcAft>
                <a:spcPts val="0"/>
              </a:spcAft>
              <a:buSzPts val="1600"/>
              <a:buNone/>
            </a:pPr>
            <a:r>
              <a:t/>
            </a:r>
            <a:endParaRPr sz="120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4"/>
          <p:cNvSpPr txBox="1"/>
          <p:nvPr>
            <p:ph type="title"/>
          </p:nvPr>
        </p:nvSpPr>
        <p:spPr>
          <a:xfrm>
            <a:off x="425196" y="1124712"/>
            <a:ext cx="8278500" cy="443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FF5F05"/>
              </a:buClr>
              <a:buSzPts val="2700"/>
              <a:buFont typeface="Arial"/>
              <a:buNone/>
            </a:pPr>
            <a:r>
              <a:rPr b="1" i="0" lang="en" u="none" strike="noStrike"/>
              <a:t>Type of Study: Mixed Methods</a:t>
            </a:r>
            <a:endParaRPr/>
          </a:p>
        </p:txBody>
      </p:sp>
      <p:grpSp>
        <p:nvGrpSpPr>
          <p:cNvPr id="252" name="Google Shape;252;p44"/>
          <p:cNvGrpSpPr/>
          <p:nvPr/>
        </p:nvGrpSpPr>
        <p:grpSpPr>
          <a:xfrm>
            <a:off x="426206" y="2077229"/>
            <a:ext cx="8276267" cy="2626808"/>
            <a:chOff x="1010" y="318819"/>
            <a:chExt cx="8276267" cy="2626808"/>
          </a:xfrm>
        </p:grpSpPr>
        <p:sp>
          <p:nvSpPr>
            <p:cNvPr id="253" name="Google Shape;253;p44"/>
            <p:cNvSpPr/>
            <p:nvPr/>
          </p:nvSpPr>
          <p:spPr>
            <a:xfrm>
              <a:off x="1010" y="318819"/>
              <a:ext cx="3546900" cy="2252400"/>
            </a:xfrm>
            <a:prstGeom prst="roundRect">
              <a:avLst>
                <a:gd fmla="val 10000" name="adj"/>
              </a:avLst>
            </a:prstGeom>
            <a:gradFill>
              <a:gsLst>
                <a:gs pos="0">
                  <a:srgbClr val="FFBF00"/>
                </a:gs>
                <a:gs pos="100000">
                  <a:srgbClr val="FFDF65"/>
                </a:gs>
              </a:gsLst>
              <a:lin ang="16200038" scaled="0"/>
            </a:gradFill>
            <a:ln>
              <a:noFill/>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4"/>
            <p:cNvSpPr/>
            <p:nvPr/>
          </p:nvSpPr>
          <p:spPr>
            <a:xfrm>
              <a:off x="395124" y="693227"/>
              <a:ext cx="3546900" cy="2252400"/>
            </a:xfrm>
            <a:prstGeom prst="roundRect">
              <a:avLst>
                <a:gd fmla="val 10000" name="adj"/>
              </a:avLst>
            </a:prstGeom>
            <a:solidFill>
              <a:schemeClr val="lt1">
                <a:alpha val="89800"/>
              </a:scheme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4"/>
            <p:cNvSpPr txBox="1"/>
            <p:nvPr/>
          </p:nvSpPr>
          <p:spPr>
            <a:xfrm>
              <a:off x="461093" y="759196"/>
              <a:ext cx="3415200" cy="2120400"/>
            </a:xfrm>
            <a:prstGeom prst="rect">
              <a:avLst/>
            </a:prstGeom>
            <a:noFill/>
            <a:ln>
              <a:noFill/>
            </a:ln>
          </p:spPr>
          <p:txBody>
            <a:bodyPr anchorCtr="0" anchor="ctr" bIns="87625" lIns="87625" spcFirstLastPara="1" rIns="87625" wrap="square" tIns="87625">
              <a:noAutofit/>
            </a:bodyPr>
            <a:lstStyle/>
            <a:p>
              <a:pPr indent="0" lvl="0" marL="0" rtl="0" algn="ctr">
                <a:lnSpc>
                  <a:spcPct val="90000"/>
                </a:lnSpc>
                <a:spcBef>
                  <a:spcPts val="0"/>
                </a:spcBef>
                <a:spcAft>
                  <a:spcPts val="0"/>
                </a:spcAft>
                <a:buClr>
                  <a:srgbClr val="000000"/>
                </a:buClr>
                <a:buSzPts val="2300"/>
                <a:buFont typeface="Arial"/>
                <a:buNone/>
              </a:pPr>
              <a:r>
                <a:rPr b="1" lang="en" sz="2300"/>
                <a:t>Quantitative: </a:t>
              </a:r>
              <a:r>
                <a:rPr lang="en" sz="2300"/>
                <a:t>Evaluating the performance of detection models before and after incorporating the extended dataset.</a:t>
              </a:r>
              <a:endParaRPr b="1" sz="2300"/>
            </a:p>
          </p:txBody>
        </p:sp>
        <p:sp>
          <p:nvSpPr>
            <p:cNvPr id="256" name="Google Shape;256;p44"/>
            <p:cNvSpPr/>
            <p:nvPr/>
          </p:nvSpPr>
          <p:spPr>
            <a:xfrm>
              <a:off x="4336263" y="318819"/>
              <a:ext cx="3546900" cy="2252400"/>
            </a:xfrm>
            <a:prstGeom prst="roundRect">
              <a:avLst>
                <a:gd fmla="val 10000" name="adj"/>
              </a:avLst>
            </a:prstGeom>
            <a:gradFill>
              <a:gsLst>
                <a:gs pos="0">
                  <a:srgbClr val="FFBF00"/>
                </a:gs>
                <a:gs pos="100000">
                  <a:srgbClr val="FFDF65"/>
                </a:gs>
              </a:gsLst>
              <a:lin ang="16200038" scaled="0"/>
            </a:gradFill>
            <a:ln>
              <a:noFill/>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4"/>
            <p:cNvSpPr/>
            <p:nvPr/>
          </p:nvSpPr>
          <p:spPr>
            <a:xfrm>
              <a:off x="4730377" y="693227"/>
              <a:ext cx="3546900" cy="2252400"/>
            </a:xfrm>
            <a:prstGeom prst="roundRect">
              <a:avLst>
                <a:gd fmla="val 10000" name="adj"/>
              </a:avLst>
            </a:prstGeom>
            <a:solidFill>
              <a:schemeClr val="lt1">
                <a:alpha val="89800"/>
              </a:scheme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4"/>
            <p:cNvSpPr txBox="1"/>
            <p:nvPr/>
          </p:nvSpPr>
          <p:spPr>
            <a:xfrm>
              <a:off x="4796346" y="759196"/>
              <a:ext cx="3415200" cy="2120400"/>
            </a:xfrm>
            <a:prstGeom prst="rect">
              <a:avLst/>
            </a:prstGeom>
            <a:noFill/>
            <a:ln>
              <a:noFill/>
            </a:ln>
          </p:spPr>
          <p:txBody>
            <a:bodyPr anchorCtr="0" anchor="ctr" bIns="87625" lIns="87625" spcFirstLastPara="1" rIns="87625" wrap="square" tIns="87625">
              <a:noAutofit/>
            </a:bodyPr>
            <a:lstStyle/>
            <a:p>
              <a:pPr indent="0" lvl="0" marL="0" rtl="0" algn="ctr">
                <a:lnSpc>
                  <a:spcPct val="90000"/>
                </a:lnSpc>
                <a:spcBef>
                  <a:spcPts val="0"/>
                </a:spcBef>
                <a:spcAft>
                  <a:spcPts val="0"/>
                </a:spcAft>
                <a:buClr>
                  <a:srgbClr val="000000"/>
                </a:buClr>
                <a:buSzPts val="2300"/>
                <a:buFont typeface="Arial"/>
                <a:buNone/>
              </a:pPr>
              <a:r>
                <a:rPr b="1" lang="en" sz="2100"/>
                <a:t>Qualitative: </a:t>
              </a:r>
              <a:r>
                <a:rPr lang="en" sz="2100"/>
                <a:t>Collecting stakeholder insights on the ethical and technological aspects of addressing deepfake challenges through a survey.</a:t>
              </a:r>
              <a:endParaRPr b="0" i="0" sz="21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5"/>
          <p:cNvSpPr txBox="1"/>
          <p:nvPr>
            <p:ph type="title"/>
          </p:nvPr>
        </p:nvSpPr>
        <p:spPr>
          <a:xfrm>
            <a:off x="425196" y="286319"/>
            <a:ext cx="7886700" cy="387900"/>
          </a:xfrm>
          <a:prstGeom prst="rect">
            <a:avLst/>
          </a:prstGeom>
          <a:noFill/>
          <a:ln>
            <a:noFill/>
          </a:ln>
        </p:spPr>
        <p:txBody>
          <a:bodyPr anchorCtr="0" anchor="b" bIns="34275" lIns="68575" spcFirstLastPara="1" rIns="68575" wrap="square" tIns="34275">
            <a:spAutoFit/>
          </a:bodyPr>
          <a:lstStyle/>
          <a:p>
            <a:pPr indent="0" lvl="0" marL="0" rtl="0" algn="l">
              <a:lnSpc>
                <a:spcPct val="90000"/>
              </a:lnSpc>
              <a:spcBef>
                <a:spcPts val="0"/>
              </a:spcBef>
              <a:spcAft>
                <a:spcPts val="0"/>
              </a:spcAft>
              <a:buClr>
                <a:srgbClr val="FF5F05"/>
              </a:buClr>
              <a:buSzPts val="2700"/>
              <a:buFont typeface="Arial"/>
              <a:buNone/>
            </a:pPr>
            <a:r>
              <a:rPr b="1" i="0" lang="en" sz="2300" u="none" strike="noStrike">
                <a:solidFill>
                  <a:schemeClr val="dk2"/>
                </a:solidFill>
                <a:latin typeface="Arial"/>
                <a:ea typeface="Arial"/>
                <a:cs typeface="Arial"/>
                <a:sym typeface="Arial"/>
              </a:rPr>
              <a:t>Qualitative Methods</a:t>
            </a:r>
            <a:endParaRPr sz="2300">
              <a:solidFill>
                <a:schemeClr val="dk2"/>
              </a:solidFill>
              <a:latin typeface="Arial"/>
              <a:ea typeface="Arial"/>
              <a:cs typeface="Arial"/>
              <a:sym typeface="Arial"/>
            </a:endParaRPr>
          </a:p>
        </p:txBody>
      </p:sp>
      <p:sp>
        <p:nvSpPr>
          <p:cNvPr id="265" name="Google Shape;265;p45"/>
          <p:cNvSpPr txBox="1"/>
          <p:nvPr>
            <p:ph idx="1" type="body"/>
          </p:nvPr>
        </p:nvSpPr>
        <p:spPr>
          <a:xfrm>
            <a:off x="425200" y="701625"/>
            <a:ext cx="3817500" cy="671100"/>
          </a:xfrm>
          <a:prstGeom prst="rect">
            <a:avLst/>
          </a:prstGeom>
          <a:noFill/>
          <a:ln>
            <a:noFill/>
          </a:ln>
        </p:spPr>
        <p:txBody>
          <a:bodyPr anchorCtr="0" anchor="t" bIns="34275" lIns="68575" spcFirstLastPara="1" rIns="68575" wrap="square" tIns="34275">
            <a:spAutoFit/>
          </a:bodyPr>
          <a:lstStyle/>
          <a:p>
            <a:pPr indent="0" lvl="0" marL="0" rtl="0" algn="l">
              <a:lnSpc>
                <a:spcPct val="130000"/>
              </a:lnSpc>
              <a:spcBef>
                <a:spcPts val="0"/>
              </a:spcBef>
              <a:spcAft>
                <a:spcPts val="0"/>
              </a:spcAft>
              <a:buSzPts val="1600"/>
              <a:buNone/>
            </a:pPr>
            <a:r>
              <a:rPr b="1" lang="en" sz="1700"/>
              <a:t>Open-Ended Questions</a:t>
            </a:r>
            <a:endParaRPr/>
          </a:p>
          <a:p>
            <a:pPr indent="0" lvl="0" marL="0" rtl="0" algn="l">
              <a:lnSpc>
                <a:spcPct val="130000"/>
              </a:lnSpc>
              <a:spcBef>
                <a:spcPts val="0"/>
              </a:spcBef>
              <a:spcAft>
                <a:spcPts val="0"/>
              </a:spcAft>
              <a:buSzPts val="1600"/>
              <a:buNone/>
            </a:pPr>
            <a:r>
              <a:rPr lang="en" sz="1700">
                <a:solidFill>
                  <a:srgbClr val="000000"/>
                </a:solidFill>
              </a:rPr>
              <a:t>Design 7 open-ended questions</a:t>
            </a:r>
            <a:endParaRPr/>
          </a:p>
        </p:txBody>
      </p:sp>
      <p:sp>
        <p:nvSpPr>
          <p:cNvPr id="266" name="Google Shape;266;p45"/>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267" name="Google Shape;267;p45"/>
          <p:cNvSpPr txBox="1"/>
          <p:nvPr>
            <p:ph idx="2" type="body"/>
          </p:nvPr>
        </p:nvSpPr>
        <p:spPr>
          <a:xfrm>
            <a:off x="4295350" y="674235"/>
            <a:ext cx="3356100" cy="671100"/>
          </a:xfrm>
          <a:prstGeom prst="rect">
            <a:avLst/>
          </a:prstGeom>
          <a:noFill/>
          <a:ln>
            <a:noFill/>
          </a:ln>
        </p:spPr>
        <p:txBody>
          <a:bodyPr anchorCtr="0" anchor="t" bIns="34275" lIns="68575" spcFirstLastPara="1" rIns="68575" wrap="square" tIns="34275">
            <a:spAutoFit/>
          </a:bodyPr>
          <a:lstStyle/>
          <a:p>
            <a:pPr indent="0" lvl="0" marL="0" rtl="0" algn="l">
              <a:lnSpc>
                <a:spcPct val="130000"/>
              </a:lnSpc>
              <a:spcBef>
                <a:spcPts val="0"/>
              </a:spcBef>
              <a:spcAft>
                <a:spcPts val="0"/>
              </a:spcAft>
              <a:buSzPts val="1600"/>
              <a:buNone/>
            </a:pPr>
            <a:r>
              <a:rPr b="1" lang="en" sz="1700"/>
              <a:t>Likert-Scale Questions</a:t>
            </a:r>
            <a:endParaRPr/>
          </a:p>
          <a:p>
            <a:pPr indent="0" lvl="0" marL="0" rtl="0" algn="l">
              <a:lnSpc>
                <a:spcPct val="130000"/>
              </a:lnSpc>
              <a:spcBef>
                <a:spcPts val="0"/>
              </a:spcBef>
              <a:spcAft>
                <a:spcPts val="0"/>
              </a:spcAft>
              <a:buSzPts val="1600"/>
              <a:buNone/>
            </a:pPr>
            <a:r>
              <a:rPr lang="en" sz="1700">
                <a:solidFill>
                  <a:srgbClr val="000000"/>
                </a:solidFill>
              </a:rPr>
              <a:t>Design 5 likert-scale questions</a:t>
            </a:r>
            <a:endParaRPr/>
          </a:p>
        </p:txBody>
      </p:sp>
      <p:pic>
        <p:nvPicPr>
          <p:cNvPr id="268" name="Google Shape;268;p45"/>
          <p:cNvPicPr preferRelativeResize="0"/>
          <p:nvPr/>
        </p:nvPicPr>
        <p:blipFill rotWithShape="1">
          <a:blip r:embed="rId3">
            <a:alphaModFix/>
          </a:blip>
          <a:srcRect b="0" l="0" r="0" t="0"/>
          <a:stretch/>
        </p:blipFill>
        <p:spPr>
          <a:xfrm>
            <a:off x="235070" y="1400113"/>
            <a:ext cx="4007621" cy="3334585"/>
          </a:xfrm>
          <a:prstGeom prst="rect">
            <a:avLst/>
          </a:prstGeom>
          <a:noFill/>
          <a:ln>
            <a:noFill/>
          </a:ln>
        </p:spPr>
      </p:pic>
      <p:pic>
        <p:nvPicPr>
          <p:cNvPr id="269" name="Google Shape;269;p45"/>
          <p:cNvPicPr preferRelativeResize="0"/>
          <p:nvPr/>
        </p:nvPicPr>
        <p:blipFill rotWithShape="1">
          <a:blip r:embed="rId4">
            <a:alphaModFix/>
          </a:blip>
          <a:srcRect b="0" l="0" r="0" t="0"/>
          <a:stretch/>
        </p:blipFill>
        <p:spPr>
          <a:xfrm>
            <a:off x="4406448" y="1368701"/>
            <a:ext cx="3356050" cy="3397423"/>
          </a:xfrm>
          <a:prstGeom prst="rect">
            <a:avLst/>
          </a:prstGeom>
          <a:noFill/>
          <a:ln>
            <a:noFill/>
          </a:ln>
        </p:spPr>
      </p:pic>
      <p:pic>
        <p:nvPicPr>
          <p:cNvPr id="270" name="Google Shape;270;p45"/>
          <p:cNvPicPr preferRelativeResize="0"/>
          <p:nvPr/>
        </p:nvPicPr>
        <p:blipFill>
          <a:blip r:embed="rId5">
            <a:alphaModFix/>
          </a:blip>
          <a:stretch>
            <a:fillRect/>
          </a:stretch>
        </p:blipFill>
        <p:spPr>
          <a:xfrm>
            <a:off x="7762500" y="3393150"/>
            <a:ext cx="1381500" cy="1372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6"/>
          <p:cNvSpPr txBox="1"/>
          <p:nvPr>
            <p:ph type="title"/>
          </p:nvPr>
        </p:nvSpPr>
        <p:spPr>
          <a:xfrm>
            <a:off x="494421" y="402637"/>
            <a:ext cx="7886700" cy="443400"/>
          </a:xfrm>
          <a:prstGeom prst="rect">
            <a:avLst/>
          </a:prstGeom>
        </p:spPr>
        <p:txBody>
          <a:bodyPr anchorCtr="0" anchor="b" bIns="34275" lIns="68575" spcFirstLastPara="1" rIns="68575" wrap="square" tIns="34275">
            <a:spAutoFit/>
          </a:bodyPr>
          <a:lstStyle/>
          <a:p>
            <a:pPr indent="0" lvl="0" marL="0" rtl="0" algn="l">
              <a:spcBef>
                <a:spcPts val="0"/>
              </a:spcBef>
              <a:spcAft>
                <a:spcPts val="0"/>
              </a:spcAft>
              <a:buNone/>
            </a:pPr>
            <a:r>
              <a:rPr lang="en"/>
              <a:t>Process</a:t>
            </a:r>
            <a:endParaRPr/>
          </a:p>
        </p:txBody>
      </p:sp>
      <p:sp>
        <p:nvSpPr>
          <p:cNvPr id="276" name="Google Shape;276;p46"/>
          <p:cNvSpPr/>
          <p:nvPr/>
        </p:nvSpPr>
        <p:spPr>
          <a:xfrm>
            <a:off x="6496227" y="1717738"/>
            <a:ext cx="1459500" cy="1464600"/>
          </a:xfrm>
          <a:prstGeom prst="roundRect">
            <a:avLst>
              <a:gd fmla="val 50000" name="adj"/>
            </a:avLst>
          </a:prstGeom>
          <a:solidFill>
            <a:srgbClr val="32AA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6"/>
          <p:cNvSpPr/>
          <p:nvPr/>
        </p:nvSpPr>
        <p:spPr>
          <a:xfrm>
            <a:off x="4838577" y="1717738"/>
            <a:ext cx="1459500" cy="1464600"/>
          </a:xfrm>
          <a:prstGeom prst="roundRect">
            <a:avLst>
              <a:gd fmla="val 50000" name="adj"/>
            </a:avLst>
          </a:prstGeom>
          <a:solidFill>
            <a:srgbClr val="5FD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6"/>
          <p:cNvSpPr/>
          <p:nvPr/>
        </p:nvSpPr>
        <p:spPr>
          <a:xfrm>
            <a:off x="6159695" y="2052973"/>
            <a:ext cx="535692" cy="829501"/>
          </a:xfrm>
          <a:custGeom>
            <a:rect b="b" l="l" r="r" t="t"/>
            <a:pathLst>
              <a:path extrusionOk="0" h="23419" w="15124">
                <a:moveTo>
                  <a:pt x="0" y="0"/>
                </a:moveTo>
                <a:lnTo>
                  <a:pt x="8128" y="11730"/>
                </a:lnTo>
                <a:lnTo>
                  <a:pt x="0" y="23418"/>
                </a:lnTo>
                <a:lnTo>
                  <a:pt x="7038" y="23418"/>
                </a:lnTo>
                <a:lnTo>
                  <a:pt x="15124" y="11730"/>
                </a:lnTo>
                <a:lnTo>
                  <a:pt x="70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6"/>
          <p:cNvSpPr/>
          <p:nvPr/>
        </p:nvSpPr>
        <p:spPr>
          <a:xfrm>
            <a:off x="5973719" y="2052973"/>
            <a:ext cx="535692" cy="829501"/>
          </a:xfrm>
          <a:custGeom>
            <a:rect b="b" l="l" r="r" t="t"/>
            <a:pathLst>
              <a:path extrusionOk="0" h="23419" w="15124">
                <a:moveTo>
                  <a:pt x="0" y="0"/>
                </a:moveTo>
                <a:lnTo>
                  <a:pt x="8086" y="11730"/>
                </a:lnTo>
                <a:lnTo>
                  <a:pt x="0" y="23418"/>
                </a:lnTo>
                <a:lnTo>
                  <a:pt x="7038" y="23418"/>
                </a:lnTo>
                <a:lnTo>
                  <a:pt x="15124" y="11730"/>
                </a:lnTo>
                <a:lnTo>
                  <a:pt x="7038" y="0"/>
                </a:lnTo>
                <a:close/>
              </a:path>
            </a:pathLst>
          </a:custGeom>
          <a:solidFill>
            <a:srgbClr val="32AA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6"/>
          <p:cNvSpPr/>
          <p:nvPr/>
        </p:nvSpPr>
        <p:spPr>
          <a:xfrm>
            <a:off x="3146727" y="1717738"/>
            <a:ext cx="1459500" cy="1464600"/>
          </a:xfrm>
          <a:prstGeom prst="roundRect">
            <a:avLst>
              <a:gd fmla="val 50000" name="adj"/>
            </a:avLst>
          </a:prstGeom>
          <a:solidFill>
            <a:srgbClr val="FF80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6"/>
          <p:cNvSpPr/>
          <p:nvPr/>
        </p:nvSpPr>
        <p:spPr>
          <a:xfrm>
            <a:off x="4467845" y="2052973"/>
            <a:ext cx="535692" cy="829501"/>
          </a:xfrm>
          <a:custGeom>
            <a:rect b="b" l="l" r="r" t="t"/>
            <a:pathLst>
              <a:path extrusionOk="0" h="23419" w="15124">
                <a:moveTo>
                  <a:pt x="0" y="0"/>
                </a:moveTo>
                <a:lnTo>
                  <a:pt x="8128" y="11730"/>
                </a:lnTo>
                <a:lnTo>
                  <a:pt x="0" y="23418"/>
                </a:lnTo>
                <a:lnTo>
                  <a:pt x="7038" y="23418"/>
                </a:lnTo>
                <a:lnTo>
                  <a:pt x="15124" y="11730"/>
                </a:lnTo>
                <a:lnTo>
                  <a:pt x="70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6"/>
          <p:cNvSpPr/>
          <p:nvPr/>
        </p:nvSpPr>
        <p:spPr>
          <a:xfrm>
            <a:off x="4281869" y="2052973"/>
            <a:ext cx="535692" cy="829501"/>
          </a:xfrm>
          <a:custGeom>
            <a:rect b="b" l="l" r="r" t="t"/>
            <a:pathLst>
              <a:path extrusionOk="0" h="23419" w="15124">
                <a:moveTo>
                  <a:pt x="0" y="0"/>
                </a:moveTo>
                <a:lnTo>
                  <a:pt x="8086" y="11730"/>
                </a:lnTo>
                <a:lnTo>
                  <a:pt x="0" y="23418"/>
                </a:lnTo>
                <a:lnTo>
                  <a:pt x="7038" y="23418"/>
                </a:lnTo>
                <a:lnTo>
                  <a:pt x="15124" y="11730"/>
                </a:lnTo>
                <a:lnTo>
                  <a:pt x="7038" y="0"/>
                </a:lnTo>
                <a:close/>
              </a:path>
            </a:pathLst>
          </a:custGeom>
          <a:solidFill>
            <a:srgbClr val="D55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6"/>
          <p:cNvSpPr txBox="1"/>
          <p:nvPr/>
        </p:nvSpPr>
        <p:spPr>
          <a:xfrm>
            <a:off x="1468675" y="1012750"/>
            <a:ext cx="1459500" cy="705000"/>
          </a:xfrm>
          <a:prstGeom prst="rect">
            <a:avLst/>
          </a:prstGeom>
          <a:noFill/>
          <a:ln>
            <a:noFill/>
          </a:ln>
        </p:spPr>
        <p:txBody>
          <a:bodyPr anchorCtr="0" anchor="ctr" bIns="228600" lIns="228600" spcFirstLastPara="1" rIns="228600" wrap="square" tIns="228600">
            <a:noAutofit/>
          </a:bodyPr>
          <a:lstStyle/>
          <a:p>
            <a:pPr indent="0" lvl="0" marL="0" rtl="0" algn="ctr">
              <a:spcBef>
                <a:spcPts val="0"/>
              </a:spcBef>
              <a:spcAft>
                <a:spcPts val="0"/>
              </a:spcAft>
              <a:buNone/>
            </a:pPr>
            <a:r>
              <a:rPr b="1" lang="en" sz="1600">
                <a:latin typeface="Fira Sans Extra Condensed"/>
                <a:ea typeface="Fira Sans Extra Condensed"/>
                <a:cs typeface="Fira Sans Extra Condensed"/>
                <a:sym typeface="Fira Sans Extra Condensed"/>
              </a:rPr>
              <a:t>Data Collection</a:t>
            </a:r>
            <a:endParaRPr b="1" sz="1600">
              <a:latin typeface="Fira Sans Extra Condensed"/>
              <a:ea typeface="Fira Sans Extra Condensed"/>
              <a:cs typeface="Fira Sans Extra Condensed"/>
              <a:sym typeface="Fira Sans Extra Condensed"/>
            </a:endParaRPr>
          </a:p>
        </p:txBody>
      </p:sp>
      <p:sp>
        <p:nvSpPr>
          <p:cNvPr id="284" name="Google Shape;284;p46"/>
          <p:cNvSpPr/>
          <p:nvPr/>
        </p:nvSpPr>
        <p:spPr>
          <a:xfrm>
            <a:off x="1468702" y="1717738"/>
            <a:ext cx="1459500" cy="1464600"/>
          </a:xfrm>
          <a:prstGeom prst="roundRect">
            <a:avLst>
              <a:gd fmla="val 50000" name="adj"/>
            </a:avLst>
          </a:prstGeom>
          <a:solidFill>
            <a:srgbClr val="FFC6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6"/>
          <p:cNvSpPr/>
          <p:nvPr/>
        </p:nvSpPr>
        <p:spPr>
          <a:xfrm>
            <a:off x="2789820" y="2052973"/>
            <a:ext cx="535692" cy="829501"/>
          </a:xfrm>
          <a:custGeom>
            <a:rect b="b" l="l" r="r" t="t"/>
            <a:pathLst>
              <a:path extrusionOk="0" h="23419" w="15124">
                <a:moveTo>
                  <a:pt x="0" y="0"/>
                </a:moveTo>
                <a:lnTo>
                  <a:pt x="8128" y="11730"/>
                </a:lnTo>
                <a:lnTo>
                  <a:pt x="0" y="23418"/>
                </a:lnTo>
                <a:lnTo>
                  <a:pt x="7038" y="23418"/>
                </a:lnTo>
                <a:lnTo>
                  <a:pt x="15124" y="11730"/>
                </a:lnTo>
                <a:lnTo>
                  <a:pt x="70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6"/>
          <p:cNvSpPr/>
          <p:nvPr/>
        </p:nvSpPr>
        <p:spPr>
          <a:xfrm>
            <a:off x="2603844" y="2052973"/>
            <a:ext cx="535692" cy="829501"/>
          </a:xfrm>
          <a:custGeom>
            <a:rect b="b" l="l" r="r" t="t"/>
            <a:pathLst>
              <a:path extrusionOk="0" h="23419" w="15124">
                <a:moveTo>
                  <a:pt x="0" y="0"/>
                </a:moveTo>
                <a:lnTo>
                  <a:pt x="8086" y="11730"/>
                </a:lnTo>
                <a:lnTo>
                  <a:pt x="0" y="23418"/>
                </a:lnTo>
                <a:lnTo>
                  <a:pt x="7038" y="23418"/>
                </a:lnTo>
                <a:lnTo>
                  <a:pt x="15124" y="11730"/>
                </a:lnTo>
                <a:lnTo>
                  <a:pt x="7038" y="0"/>
                </a:lnTo>
                <a:close/>
              </a:path>
            </a:pathLst>
          </a:custGeom>
          <a:solidFill>
            <a:srgbClr val="FF80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6"/>
          <p:cNvSpPr txBox="1"/>
          <p:nvPr/>
        </p:nvSpPr>
        <p:spPr>
          <a:xfrm>
            <a:off x="1468925" y="3443650"/>
            <a:ext cx="1459500" cy="1169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solidFill>
                  <a:srgbClr val="000000"/>
                </a:solidFill>
                <a:latin typeface="Roboto"/>
                <a:ea typeface="Roboto"/>
                <a:cs typeface="Roboto"/>
                <a:sym typeface="Roboto"/>
              </a:rPr>
              <a:t>Combine baseline dataset, DFDC, and data collected through APIs from social media platforms.</a:t>
            </a:r>
            <a:endParaRPr sz="1200">
              <a:latin typeface="Roboto"/>
              <a:ea typeface="Roboto"/>
              <a:cs typeface="Roboto"/>
              <a:sym typeface="Roboto"/>
            </a:endParaRPr>
          </a:p>
        </p:txBody>
      </p:sp>
      <p:sp>
        <p:nvSpPr>
          <p:cNvPr id="288" name="Google Shape;288;p46"/>
          <p:cNvSpPr txBox="1"/>
          <p:nvPr/>
        </p:nvSpPr>
        <p:spPr>
          <a:xfrm>
            <a:off x="3087763" y="1012750"/>
            <a:ext cx="1591200" cy="705000"/>
          </a:xfrm>
          <a:prstGeom prst="rect">
            <a:avLst/>
          </a:prstGeom>
          <a:noFill/>
          <a:ln>
            <a:noFill/>
          </a:ln>
        </p:spPr>
        <p:txBody>
          <a:bodyPr anchorCtr="0" anchor="ctr" bIns="228600" lIns="228600" spcFirstLastPara="1" rIns="228600" wrap="square" tIns="228600">
            <a:noAutofit/>
          </a:bodyPr>
          <a:lstStyle/>
          <a:p>
            <a:pPr indent="0" lvl="0" marL="0" rtl="0" algn="ctr">
              <a:spcBef>
                <a:spcPts val="0"/>
              </a:spcBef>
              <a:spcAft>
                <a:spcPts val="0"/>
              </a:spcAft>
              <a:buNone/>
            </a:pPr>
            <a:r>
              <a:rPr b="1" lang="en" sz="1600">
                <a:solidFill>
                  <a:srgbClr val="000000"/>
                </a:solidFill>
                <a:latin typeface="Fira Sans Extra Condensed"/>
                <a:ea typeface="Fira Sans Extra Condensed"/>
                <a:cs typeface="Fira Sans Extra Condensed"/>
                <a:sym typeface="Fira Sans Extra Condensed"/>
              </a:rPr>
              <a:t>Data</a:t>
            </a:r>
            <a:endParaRPr b="1" sz="1600">
              <a:solidFill>
                <a:srgbClr val="000000"/>
              </a:solidFill>
              <a:latin typeface="Fira Sans Extra Condensed"/>
              <a:ea typeface="Fira Sans Extra Condensed"/>
              <a:cs typeface="Fira Sans Extra Condensed"/>
              <a:sym typeface="Fira Sans Extra Condensed"/>
            </a:endParaRPr>
          </a:p>
          <a:p>
            <a:pPr indent="0" lvl="0" marL="0" rtl="0" algn="ctr">
              <a:spcBef>
                <a:spcPts val="0"/>
              </a:spcBef>
              <a:spcAft>
                <a:spcPts val="0"/>
              </a:spcAft>
              <a:buNone/>
            </a:pPr>
            <a:r>
              <a:rPr b="1" lang="en" sz="1600">
                <a:solidFill>
                  <a:srgbClr val="000000"/>
                </a:solidFill>
                <a:latin typeface="Fira Sans Extra Condensed"/>
                <a:ea typeface="Fira Sans Extra Condensed"/>
                <a:cs typeface="Fira Sans Extra Condensed"/>
                <a:sym typeface="Fira Sans Extra Condensed"/>
              </a:rPr>
              <a:t>Augmentation</a:t>
            </a:r>
            <a:endParaRPr b="1" sz="1600">
              <a:latin typeface="Fira Sans Extra Condensed"/>
              <a:ea typeface="Fira Sans Extra Condensed"/>
              <a:cs typeface="Fira Sans Extra Condensed"/>
              <a:sym typeface="Fira Sans Extra Condensed"/>
            </a:endParaRPr>
          </a:p>
        </p:txBody>
      </p:sp>
      <p:sp>
        <p:nvSpPr>
          <p:cNvPr id="289" name="Google Shape;289;p46"/>
          <p:cNvSpPr txBox="1"/>
          <p:nvPr/>
        </p:nvSpPr>
        <p:spPr>
          <a:xfrm>
            <a:off x="3146825" y="3443650"/>
            <a:ext cx="1459500" cy="1169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000000"/>
                </a:solidFill>
              </a:rPr>
              <a:t>Data augmentation creates diverse variations of data to enhance model training.</a:t>
            </a:r>
            <a:endParaRPr sz="1200">
              <a:solidFill>
                <a:srgbClr val="000000"/>
              </a:solidFill>
              <a:latin typeface="Roboto"/>
              <a:ea typeface="Roboto"/>
              <a:cs typeface="Roboto"/>
              <a:sym typeface="Roboto"/>
            </a:endParaRPr>
          </a:p>
        </p:txBody>
      </p:sp>
      <p:sp>
        <p:nvSpPr>
          <p:cNvPr id="290" name="Google Shape;290;p46"/>
          <p:cNvSpPr txBox="1"/>
          <p:nvPr/>
        </p:nvSpPr>
        <p:spPr>
          <a:xfrm>
            <a:off x="4838550" y="1012750"/>
            <a:ext cx="1459500" cy="705000"/>
          </a:xfrm>
          <a:prstGeom prst="rect">
            <a:avLst/>
          </a:prstGeom>
          <a:noFill/>
          <a:ln>
            <a:noFill/>
          </a:ln>
        </p:spPr>
        <p:txBody>
          <a:bodyPr anchorCtr="0" anchor="ctr" bIns="228600" lIns="228600" spcFirstLastPara="1" rIns="228600" wrap="square" tIns="228600">
            <a:noAutofit/>
          </a:bodyPr>
          <a:lstStyle/>
          <a:p>
            <a:pPr indent="0" lvl="0" marL="0" rtl="0" algn="ctr">
              <a:spcBef>
                <a:spcPts val="0"/>
              </a:spcBef>
              <a:spcAft>
                <a:spcPts val="0"/>
              </a:spcAft>
              <a:buNone/>
            </a:pPr>
            <a:r>
              <a:rPr b="1" lang="en" sz="1600">
                <a:solidFill>
                  <a:srgbClr val="000000"/>
                </a:solidFill>
                <a:latin typeface="Fira Sans Extra Condensed"/>
                <a:ea typeface="Fira Sans Extra Condensed"/>
                <a:cs typeface="Fira Sans Extra Condensed"/>
                <a:sym typeface="Fira Sans Extra Condensed"/>
              </a:rPr>
              <a:t>Model Training</a:t>
            </a:r>
            <a:endParaRPr b="1" sz="1600">
              <a:latin typeface="Fira Sans Extra Condensed"/>
              <a:ea typeface="Fira Sans Extra Condensed"/>
              <a:cs typeface="Fira Sans Extra Condensed"/>
              <a:sym typeface="Fira Sans Extra Condensed"/>
            </a:endParaRPr>
          </a:p>
        </p:txBody>
      </p:sp>
      <p:sp>
        <p:nvSpPr>
          <p:cNvPr id="291" name="Google Shape;291;p46"/>
          <p:cNvSpPr txBox="1"/>
          <p:nvPr/>
        </p:nvSpPr>
        <p:spPr>
          <a:xfrm>
            <a:off x="4838675" y="3443650"/>
            <a:ext cx="1459500" cy="1169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000000"/>
                </a:solidFill>
              </a:rPr>
              <a:t>Using the pre-trained model on the dataset.</a:t>
            </a:r>
            <a:endParaRPr sz="1200">
              <a:solidFill>
                <a:srgbClr val="000000"/>
              </a:solidFill>
              <a:latin typeface="Roboto"/>
              <a:ea typeface="Roboto"/>
              <a:cs typeface="Roboto"/>
              <a:sym typeface="Roboto"/>
            </a:endParaRPr>
          </a:p>
          <a:p>
            <a:pPr indent="0" lvl="0" marL="0" rtl="0" algn="ctr">
              <a:lnSpc>
                <a:spcPct val="115000"/>
              </a:lnSpc>
              <a:spcBef>
                <a:spcPts val="0"/>
              </a:spcBef>
              <a:spcAft>
                <a:spcPts val="0"/>
              </a:spcAft>
              <a:buNone/>
            </a:pPr>
            <a:r>
              <a:t/>
            </a:r>
            <a:endParaRPr sz="1200">
              <a:solidFill>
                <a:srgbClr val="000000"/>
              </a:solidFill>
              <a:latin typeface="Roboto"/>
              <a:ea typeface="Roboto"/>
              <a:cs typeface="Roboto"/>
              <a:sym typeface="Roboto"/>
            </a:endParaRPr>
          </a:p>
        </p:txBody>
      </p:sp>
      <p:sp>
        <p:nvSpPr>
          <p:cNvPr id="292" name="Google Shape;292;p46"/>
          <p:cNvSpPr txBox="1"/>
          <p:nvPr/>
        </p:nvSpPr>
        <p:spPr>
          <a:xfrm>
            <a:off x="6496200" y="1012750"/>
            <a:ext cx="1459500" cy="705000"/>
          </a:xfrm>
          <a:prstGeom prst="rect">
            <a:avLst/>
          </a:prstGeom>
          <a:noFill/>
          <a:ln>
            <a:noFill/>
          </a:ln>
        </p:spPr>
        <p:txBody>
          <a:bodyPr anchorCtr="0" anchor="ctr" bIns="228600" lIns="228600" spcFirstLastPara="1" rIns="228600" wrap="square" tIns="228600">
            <a:noAutofit/>
          </a:bodyPr>
          <a:lstStyle/>
          <a:p>
            <a:pPr indent="0" lvl="0" marL="0" rtl="0" algn="ctr">
              <a:spcBef>
                <a:spcPts val="0"/>
              </a:spcBef>
              <a:spcAft>
                <a:spcPts val="0"/>
              </a:spcAft>
              <a:buNone/>
            </a:pPr>
            <a:r>
              <a:rPr b="1" lang="en" sz="1600">
                <a:solidFill>
                  <a:srgbClr val="000000"/>
                </a:solidFill>
                <a:latin typeface="Fira Sans Extra Condensed"/>
                <a:ea typeface="Fira Sans Extra Condensed"/>
                <a:cs typeface="Fira Sans Extra Condensed"/>
                <a:sym typeface="Fira Sans Extra Condensed"/>
              </a:rPr>
              <a:t>Evaluation</a:t>
            </a:r>
            <a:endParaRPr b="1" sz="1600">
              <a:latin typeface="Fira Sans Extra Condensed"/>
              <a:ea typeface="Fira Sans Extra Condensed"/>
              <a:cs typeface="Fira Sans Extra Condensed"/>
              <a:sym typeface="Fira Sans Extra Condensed"/>
            </a:endParaRPr>
          </a:p>
        </p:txBody>
      </p:sp>
      <p:sp>
        <p:nvSpPr>
          <p:cNvPr id="293" name="Google Shape;293;p46"/>
          <p:cNvSpPr txBox="1"/>
          <p:nvPr/>
        </p:nvSpPr>
        <p:spPr>
          <a:xfrm>
            <a:off x="6428024" y="3443650"/>
            <a:ext cx="1623900" cy="1169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000000"/>
                </a:solidFill>
                <a:latin typeface="Roboto"/>
                <a:ea typeface="Roboto"/>
                <a:cs typeface="Roboto"/>
                <a:sym typeface="Roboto"/>
              </a:rPr>
              <a:t>measures model performance using metrics like accuracy, recall, F1, and AUC-</a:t>
            </a:r>
            <a:r>
              <a:rPr lang="en" sz="1100">
                <a:latin typeface="Roboto"/>
                <a:ea typeface="Roboto"/>
                <a:cs typeface="Roboto"/>
                <a:sym typeface="Roboto"/>
              </a:rPr>
              <a:t>ROC.</a:t>
            </a:r>
            <a:endParaRPr sz="1100">
              <a:solidFill>
                <a:srgbClr val="000000"/>
              </a:solidFill>
              <a:latin typeface="Roboto"/>
              <a:ea typeface="Roboto"/>
              <a:cs typeface="Roboto"/>
              <a:sym typeface="Roboto"/>
            </a:endParaRPr>
          </a:p>
        </p:txBody>
      </p:sp>
      <p:sp>
        <p:nvSpPr>
          <p:cNvPr id="294" name="Google Shape;294;p46"/>
          <p:cNvSpPr/>
          <p:nvPr/>
        </p:nvSpPr>
        <p:spPr>
          <a:xfrm>
            <a:off x="1886600" y="2191425"/>
            <a:ext cx="535648" cy="552604"/>
          </a:xfrm>
          <a:custGeom>
            <a:rect b="b" l="l" r="r" t="t"/>
            <a:pathLst>
              <a:path extrusionOk="0" h="12004" w="12004">
                <a:moveTo>
                  <a:pt x="5671" y="725"/>
                </a:moveTo>
                <a:lnTo>
                  <a:pt x="5671" y="2395"/>
                </a:lnTo>
                <a:cubicBezTo>
                  <a:pt x="5671" y="2616"/>
                  <a:pt x="5843" y="2760"/>
                  <a:pt x="6021" y="2760"/>
                </a:cubicBezTo>
                <a:cubicBezTo>
                  <a:pt x="6097" y="2760"/>
                  <a:pt x="6173" y="2734"/>
                  <a:pt x="6239" y="2678"/>
                </a:cubicBezTo>
                <a:cubicBezTo>
                  <a:pt x="6365" y="2552"/>
                  <a:pt x="6554" y="2489"/>
                  <a:pt x="6711" y="2489"/>
                </a:cubicBezTo>
                <a:cubicBezTo>
                  <a:pt x="7121" y="2489"/>
                  <a:pt x="7436" y="2804"/>
                  <a:pt x="7436" y="3182"/>
                </a:cubicBezTo>
                <a:cubicBezTo>
                  <a:pt x="7436" y="3592"/>
                  <a:pt x="7121" y="3907"/>
                  <a:pt x="6711" y="3907"/>
                </a:cubicBezTo>
                <a:cubicBezTo>
                  <a:pt x="6554" y="3907"/>
                  <a:pt x="6365" y="3812"/>
                  <a:pt x="6239" y="3686"/>
                </a:cubicBezTo>
                <a:cubicBezTo>
                  <a:pt x="6173" y="3630"/>
                  <a:pt x="6097" y="3605"/>
                  <a:pt x="6021" y="3605"/>
                </a:cubicBezTo>
                <a:cubicBezTo>
                  <a:pt x="5843" y="3605"/>
                  <a:pt x="5671" y="3748"/>
                  <a:pt x="5671" y="3970"/>
                </a:cubicBezTo>
                <a:lnTo>
                  <a:pt x="5671" y="5640"/>
                </a:lnTo>
                <a:lnTo>
                  <a:pt x="4569" y="5640"/>
                </a:lnTo>
                <a:cubicBezTo>
                  <a:pt x="4600" y="5514"/>
                  <a:pt x="4600" y="5388"/>
                  <a:pt x="4600" y="5262"/>
                </a:cubicBezTo>
                <a:cubicBezTo>
                  <a:pt x="4600" y="4474"/>
                  <a:pt x="3970" y="3875"/>
                  <a:pt x="3183" y="3875"/>
                </a:cubicBezTo>
                <a:cubicBezTo>
                  <a:pt x="2395" y="3875"/>
                  <a:pt x="1765" y="4474"/>
                  <a:pt x="1765" y="5262"/>
                </a:cubicBezTo>
                <a:cubicBezTo>
                  <a:pt x="1765" y="5388"/>
                  <a:pt x="1765" y="5514"/>
                  <a:pt x="1796" y="5640"/>
                </a:cubicBezTo>
                <a:lnTo>
                  <a:pt x="694" y="5640"/>
                </a:lnTo>
                <a:lnTo>
                  <a:pt x="694" y="1071"/>
                </a:lnTo>
                <a:cubicBezTo>
                  <a:pt x="694" y="882"/>
                  <a:pt x="851" y="725"/>
                  <a:pt x="1040" y="725"/>
                </a:cubicBezTo>
                <a:close/>
                <a:moveTo>
                  <a:pt x="10964" y="725"/>
                </a:moveTo>
                <a:cubicBezTo>
                  <a:pt x="11122" y="725"/>
                  <a:pt x="11311" y="882"/>
                  <a:pt x="11311" y="1071"/>
                </a:cubicBezTo>
                <a:lnTo>
                  <a:pt x="11311" y="5671"/>
                </a:lnTo>
                <a:lnTo>
                  <a:pt x="9610" y="5671"/>
                </a:lnTo>
                <a:cubicBezTo>
                  <a:pt x="9295" y="5671"/>
                  <a:pt x="9169" y="6018"/>
                  <a:pt x="9326" y="6270"/>
                </a:cubicBezTo>
                <a:cubicBezTo>
                  <a:pt x="9452" y="6396"/>
                  <a:pt x="9515" y="6585"/>
                  <a:pt x="9515" y="6742"/>
                </a:cubicBezTo>
                <a:cubicBezTo>
                  <a:pt x="9515" y="7120"/>
                  <a:pt x="9200" y="7435"/>
                  <a:pt x="8822" y="7435"/>
                </a:cubicBezTo>
                <a:cubicBezTo>
                  <a:pt x="8412" y="7435"/>
                  <a:pt x="8097" y="7120"/>
                  <a:pt x="8097" y="6742"/>
                </a:cubicBezTo>
                <a:cubicBezTo>
                  <a:pt x="8097" y="6585"/>
                  <a:pt x="8192" y="6364"/>
                  <a:pt x="8286" y="6270"/>
                </a:cubicBezTo>
                <a:cubicBezTo>
                  <a:pt x="8507" y="6018"/>
                  <a:pt x="8349" y="5671"/>
                  <a:pt x="8034" y="5671"/>
                </a:cubicBezTo>
                <a:lnTo>
                  <a:pt x="6365" y="5671"/>
                </a:lnTo>
                <a:lnTo>
                  <a:pt x="6365" y="4568"/>
                </a:lnTo>
                <a:cubicBezTo>
                  <a:pt x="6491" y="4600"/>
                  <a:pt x="6617" y="4600"/>
                  <a:pt x="6711" y="4600"/>
                </a:cubicBezTo>
                <a:cubicBezTo>
                  <a:pt x="7499" y="4600"/>
                  <a:pt x="8160" y="3970"/>
                  <a:pt x="8160" y="3182"/>
                </a:cubicBezTo>
                <a:cubicBezTo>
                  <a:pt x="8160" y="2395"/>
                  <a:pt x="7499" y="1764"/>
                  <a:pt x="6711" y="1764"/>
                </a:cubicBezTo>
                <a:cubicBezTo>
                  <a:pt x="6617" y="1764"/>
                  <a:pt x="6491" y="1764"/>
                  <a:pt x="6365" y="1796"/>
                </a:cubicBezTo>
                <a:lnTo>
                  <a:pt x="6365" y="725"/>
                </a:lnTo>
                <a:close/>
                <a:moveTo>
                  <a:pt x="3183" y="4568"/>
                </a:moveTo>
                <a:cubicBezTo>
                  <a:pt x="3561" y="4568"/>
                  <a:pt x="3876" y="4883"/>
                  <a:pt x="3876" y="5293"/>
                </a:cubicBezTo>
                <a:cubicBezTo>
                  <a:pt x="3876" y="5451"/>
                  <a:pt x="3813" y="5640"/>
                  <a:pt x="3687" y="5766"/>
                </a:cubicBezTo>
                <a:cubicBezTo>
                  <a:pt x="3498" y="5986"/>
                  <a:pt x="3655" y="6333"/>
                  <a:pt x="3970" y="6333"/>
                </a:cubicBezTo>
                <a:lnTo>
                  <a:pt x="5608" y="6333"/>
                </a:lnTo>
                <a:lnTo>
                  <a:pt x="5608" y="7435"/>
                </a:lnTo>
                <a:cubicBezTo>
                  <a:pt x="5514" y="7404"/>
                  <a:pt x="5388" y="7404"/>
                  <a:pt x="5262" y="7404"/>
                </a:cubicBezTo>
                <a:cubicBezTo>
                  <a:pt x="4474" y="7404"/>
                  <a:pt x="3844" y="8034"/>
                  <a:pt x="3844" y="8822"/>
                </a:cubicBezTo>
                <a:cubicBezTo>
                  <a:pt x="3844" y="9609"/>
                  <a:pt x="4474" y="10239"/>
                  <a:pt x="5262" y="10239"/>
                </a:cubicBezTo>
                <a:cubicBezTo>
                  <a:pt x="5388" y="10239"/>
                  <a:pt x="5514" y="10239"/>
                  <a:pt x="5608" y="10208"/>
                </a:cubicBezTo>
                <a:lnTo>
                  <a:pt x="5608" y="11310"/>
                </a:lnTo>
                <a:lnTo>
                  <a:pt x="1009" y="11310"/>
                </a:lnTo>
                <a:cubicBezTo>
                  <a:pt x="851" y="11310"/>
                  <a:pt x="694" y="11153"/>
                  <a:pt x="694" y="10964"/>
                </a:cubicBezTo>
                <a:lnTo>
                  <a:pt x="694" y="6333"/>
                </a:lnTo>
                <a:lnTo>
                  <a:pt x="2395" y="6333"/>
                </a:lnTo>
                <a:cubicBezTo>
                  <a:pt x="2710" y="6333"/>
                  <a:pt x="2868" y="5986"/>
                  <a:pt x="2679" y="5766"/>
                </a:cubicBezTo>
                <a:cubicBezTo>
                  <a:pt x="2552" y="5640"/>
                  <a:pt x="2458" y="5482"/>
                  <a:pt x="2458" y="5293"/>
                </a:cubicBezTo>
                <a:cubicBezTo>
                  <a:pt x="2458" y="4883"/>
                  <a:pt x="2773" y="4568"/>
                  <a:pt x="3183" y="4568"/>
                </a:cubicBezTo>
                <a:close/>
                <a:moveTo>
                  <a:pt x="11311" y="6333"/>
                </a:moveTo>
                <a:lnTo>
                  <a:pt x="11311" y="10964"/>
                </a:lnTo>
                <a:cubicBezTo>
                  <a:pt x="11311" y="11153"/>
                  <a:pt x="11153" y="11310"/>
                  <a:pt x="10933" y="11310"/>
                </a:cubicBezTo>
                <a:lnTo>
                  <a:pt x="6333" y="11310"/>
                </a:lnTo>
                <a:lnTo>
                  <a:pt x="6333" y="9609"/>
                </a:lnTo>
                <a:cubicBezTo>
                  <a:pt x="6333" y="9388"/>
                  <a:pt x="6162" y="9244"/>
                  <a:pt x="5972" y="9244"/>
                </a:cubicBezTo>
                <a:cubicBezTo>
                  <a:pt x="5892" y="9244"/>
                  <a:pt x="5809" y="9270"/>
                  <a:pt x="5735" y="9326"/>
                </a:cubicBezTo>
                <a:cubicBezTo>
                  <a:pt x="5640" y="9452"/>
                  <a:pt x="5482" y="9546"/>
                  <a:pt x="5262" y="9546"/>
                </a:cubicBezTo>
                <a:cubicBezTo>
                  <a:pt x="4884" y="9546"/>
                  <a:pt x="4569" y="9231"/>
                  <a:pt x="4569" y="8822"/>
                </a:cubicBezTo>
                <a:cubicBezTo>
                  <a:pt x="4569" y="8443"/>
                  <a:pt x="4884" y="8097"/>
                  <a:pt x="5262" y="8097"/>
                </a:cubicBezTo>
                <a:cubicBezTo>
                  <a:pt x="5419" y="8097"/>
                  <a:pt x="5640" y="8191"/>
                  <a:pt x="5735" y="8317"/>
                </a:cubicBezTo>
                <a:cubicBezTo>
                  <a:pt x="5809" y="8374"/>
                  <a:pt x="5892" y="8399"/>
                  <a:pt x="5972" y="8399"/>
                </a:cubicBezTo>
                <a:cubicBezTo>
                  <a:pt x="6162" y="8399"/>
                  <a:pt x="6333" y="8255"/>
                  <a:pt x="6333" y="8034"/>
                </a:cubicBezTo>
                <a:lnTo>
                  <a:pt x="6333" y="6333"/>
                </a:lnTo>
                <a:lnTo>
                  <a:pt x="7436" y="6333"/>
                </a:lnTo>
                <a:cubicBezTo>
                  <a:pt x="7404" y="6459"/>
                  <a:pt x="7404" y="6585"/>
                  <a:pt x="7404" y="6711"/>
                </a:cubicBezTo>
                <a:cubicBezTo>
                  <a:pt x="7404" y="7498"/>
                  <a:pt x="8034" y="8097"/>
                  <a:pt x="8822" y="8097"/>
                </a:cubicBezTo>
                <a:cubicBezTo>
                  <a:pt x="9610" y="8097"/>
                  <a:pt x="10240" y="7498"/>
                  <a:pt x="10240" y="6711"/>
                </a:cubicBezTo>
                <a:cubicBezTo>
                  <a:pt x="10240" y="6585"/>
                  <a:pt x="10240" y="6459"/>
                  <a:pt x="10208" y="6333"/>
                </a:cubicBezTo>
                <a:close/>
                <a:moveTo>
                  <a:pt x="1040" y="0"/>
                </a:moveTo>
                <a:cubicBezTo>
                  <a:pt x="473" y="0"/>
                  <a:pt x="1" y="473"/>
                  <a:pt x="1" y="1071"/>
                </a:cubicBezTo>
                <a:lnTo>
                  <a:pt x="1" y="10964"/>
                </a:lnTo>
                <a:cubicBezTo>
                  <a:pt x="1" y="11531"/>
                  <a:pt x="473" y="12004"/>
                  <a:pt x="1040" y="12004"/>
                </a:cubicBezTo>
                <a:lnTo>
                  <a:pt x="10933" y="12004"/>
                </a:lnTo>
                <a:cubicBezTo>
                  <a:pt x="11531" y="12004"/>
                  <a:pt x="12004" y="11531"/>
                  <a:pt x="12004" y="10964"/>
                </a:cubicBezTo>
                <a:lnTo>
                  <a:pt x="12004" y="1071"/>
                </a:lnTo>
                <a:cubicBezTo>
                  <a:pt x="11972" y="473"/>
                  <a:pt x="11500" y="0"/>
                  <a:pt x="10933" y="0"/>
                </a:cubicBezTo>
                <a:close/>
              </a:path>
            </a:pathLst>
          </a:cu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 name="Google Shape;295;p46"/>
          <p:cNvGrpSpPr/>
          <p:nvPr/>
        </p:nvGrpSpPr>
        <p:grpSpPr>
          <a:xfrm>
            <a:off x="3628862" y="2191432"/>
            <a:ext cx="535662" cy="552605"/>
            <a:chOff x="3599700" y="1954475"/>
            <a:chExt cx="296175" cy="295400"/>
          </a:xfrm>
        </p:grpSpPr>
        <p:sp>
          <p:nvSpPr>
            <p:cNvPr id="296" name="Google Shape;296;p46"/>
            <p:cNvSpPr/>
            <p:nvPr/>
          </p:nvSpPr>
          <p:spPr>
            <a:xfrm>
              <a:off x="3599700" y="1954475"/>
              <a:ext cx="296175" cy="295400"/>
            </a:xfrm>
            <a:custGeom>
              <a:rect b="b" l="l" r="r" t="t"/>
              <a:pathLst>
                <a:path extrusionOk="0" h="11816" w="11847">
                  <a:moveTo>
                    <a:pt x="3151" y="694"/>
                  </a:moveTo>
                  <a:cubicBezTo>
                    <a:pt x="3718" y="694"/>
                    <a:pt x="4159" y="1166"/>
                    <a:pt x="4159" y="1734"/>
                  </a:cubicBezTo>
                  <a:cubicBezTo>
                    <a:pt x="4159" y="2301"/>
                    <a:pt x="3686" y="2742"/>
                    <a:pt x="3151" y="2742"/>
                  </a:cubicBezTo>
                  <a:cubicBezTo>
                    <a:pt x="2584" y="2742"/>
                    <a:pt x="2111" y="2269"/>
                    <a:pt x="2111" y="1734"/>
                  </a:cubicBezTo>
                  <a:cubicBezTo>
                    <a:pt x="2080" y="1166"/>
                    <a:pt x="2552" y="694"/>
                    <a:pt x="3151" y="694"/>
                  </a:cubicBezTo>
                  <a:close/>
                  <a:moveTo>
                    <a:pt x="8727" y="694"/>
                  </a:moveTo>
                  <a:cubicBezTo>
                    <a:pt x="9326" y="694"/>
                    <a:pt x="9767" y="1166"/>
                    <a:pt x="9767" y="1734"/>
                  </a:cubicBezTo>
                  <a:cubicBezTo>
                    <a:pt x="9767" y="2301"/>
                    <a:pt x="9294" y="2742"/>
                    <a:pt x="8727" y="2742"/>
                  </a:cubicBezTo>
                  <a:cubicBezTo>
                    <a:pt x="8128" y="2742"/>
                    <a:pt x="7719" y="2269"/>
                    <a:pt x="7719" y="1734"/>
                  </a:cubicBezTo>
                  <a:cubicBezTo>
                    <a:pt x="7656" y="1166"/>
                    <a:pt x="8128" y="694"/>
                    <a:pt x="8727" y="694"/>
                  </a:cubicBezTo>
                  <a:close/>
                  <a:moveTo>
                    <a:pt x="5923" y="4852"/>
                  </a:moveTo>
                  <a:cubicBezTo>
                    <a:pt x="6522" y="4852"/>
                    <a:pt x="6994" y="5325"/>
                    <a:pt x="6994" y="5861"/>
                  </a:cubicBezTo>
                  <a:cubicBezTo>
                    <a:pt x="6994" y="6396"/>
                    <a:pt x="6522" y="6869"/>
                    <a:pt x="5923" y="6869"/>
                  </a:cubicBezTo>
                  <a:cubicBezTo>
                    <a:pt x="5356" y="6869"/>
                    <a:pt x="4883" y="6428"/>
                    <a:pt x="4883" y="5861"/>
                  </a:cubicBezTo>
                  <a:cubicBezTo>
                    <a:pt x="4883" y="5294"/>
                    <a:pt x="5356" y="4852"/>
                    <a:pt x="5923" y="4852"/>
                  </a:cubicBezTo>
                  <a:close/>
                  <a:moveTo>
                    <a:pt x="3151" y="3466"/>
                  </a:moveTo>
                  <a:cubicBezTo>
                    <a:pt x="3875" y="3466"/>
                    <a:pt x="4600" y="3813"/>
                    <a:pt x="5072" y="4380"/>
                  </a:cubicBezTo>
                  <a:cubicBezTo>
                    <a:pt x="4537" y="4695"/>
                    <a:pt x="4159" y="5231"/>
                    <a:pt x="4159" y="5861"/>
                  </a:cubicBezTo>
                  <a:cubicBezTo>
                    <a:pt x="4159" y="6239"/>
                    <a:pt x="4285" y="6617"/>
                    <a:pt x="4505" y="6900"/>
                  </a:cubicBezTo>
                  <a:lnTo>
                    <a:pt x="693" y="6900"/>
                  </a:lnTo>
                  <a:lnTo>
                    <a:pt x="693" y="5892"/>
                  </a:lnTo>
                  <a:cubicBezTo>
                    <a:pt x="693" y="4569"/>
                    <a:pt x="1796" y="3466"/>
                    <a:pt x="3151" y="3466"/>
                  </a:cubicBezTo>
                  <a:close/>
                  <a:moveTo>
                    <a:pt x="8696" y="3498"/>
                  </a:moveTo>
                  <a:cubicBezTo>
                    <a:pt x="10019" y="3498"/>
                    <a:pt x="11121" y="4600"/>
                    <a:pt x="11121" y="5955"/>
                  </a:cubicBezTo>
                  <a:lnTo>
                    <a:pt x="11121" y="6932"/>
                  </a:lnTo>
                  <a:lnTo>
                    <a:pt x="7309" y="6932"/>
                  </a:lnTo>
                  <a:cubicBezTo>
                    <a:pt x="7561" y="6617"/>
                    <a:pt x="7656" y="6270"/>
                    <a:pt x="7656" y="5892"/>
                  </a:cubicBezTo>
                  <a:cubicBezTo>
                    <a:pt x="7656" y="5262"/>
                    <a:pt x="7309" y="4726"/>
                    <a:pt x="6774" y="4411"/>
                  </a:cubicBezTo>
                  <a:cubicBezTo>
                    <a:pt x="7215" y="3813"/>
                    <a:pt x="7939" y="3498"/>
                    <a:pt x="8696" y="3498"/>
                  </a:cubicBezTo>
                  <a:close/>
                  <a:moveTo>
                    <a:pt x="5923" y="7625"/>
                  </a:moveTo>
                  <a:cubicBezTo>
                    <a:pt x="6207" y="7625"/>
                    <a:pt x="6490" y="7656"/>
                    <a:pt x="6711" y="7751"/>
                  </a:cubicBezTo>
                  <a:lnTo>
                    <a:pt x="5923" y="8791"/>
                  </a:lnTo>
                  <a:lnTo>
                    <a:pt x="5135" y="7751"/>
                  </a:lnTo>
                  <a:cubicBezTo>
                    <a:pt x="5388" y="7688"/>
                    <a:pt x="5671" y="7625"/>
                    <a:pt x="5923" y="7625"/>
                  </a:cubicBezTo>
                  <a:close/>
                  <a:moveTo>
                    <a:pt x="4505" y="8066"/>
                  </a:moveTo>
                  <a:lnTo>
                    <a:pt x="5577" y="9484"/>
                  </a:lnTo>
                  <a:lnTo>
                    <a:pt x="5577" y="11153"/>
                  </a:lnTo>
                  <a:lnTo>
                    <a:pt x="3497" y="11153"/>
                  </a:lnTo>
                  <a:lnTo>
                    <a:pt x="3497" y="10019"/>
                  </a:lnTo>
                  <a:cubicBezTo>
                    <a:pt x="3497" y="9200"/>
                    <a:pt x="3875" y="8507"/>
                    <a:pt x="4505" y="8066"/>
                  </a:cubicBezTo>
                  <a:close/>
                  <a:moveTo>
                    <a:pt x="7341" y="8066"/>
                  </a:moveTo>
                  <a:cubicBezTo>
                    <a:pt x="7939" y="8507"/>
                    <a:pt x="8381" y="9263"/>
                    <a:pt x="8381" y="10051"/>
                  </a:cubicBezTo>
                  <a:lnTo>
                    <a:pt x="8381" y="11153"/>
                  </a:lnTo>
                  <a:lnTo>
                    <a:pt x="6301" y="11153"/>
                  </a:lnTo>
                  <a:lnTo>
                    <a:pt x="6301" y="9484"/>
                  </a:lnTo>
                  <a:lnTo>
                    <a:pt x="7341" y="8066"/>
                  </a:lnTo>
                  <a:close/>
                  <a:moveTo>
                    <a:pt x="3088" y="1"/>
                  </a:moveTo>
                  <a:cubicBezTo>
                    <a:pt x="2143" y="1"/>
                    <a:pt x="1355" y="788"/>
                    <a:pt x="1355" y="1734"/>
                  </a:cubicBezTo>
                  <a:cubicBezTo>
                    <a:pt x="1355" y="2238"/>
                    <a:pt x="1575" y="2679"/>
                    <a:pt x="1922" y="2994"/>
                  </a:cubicBezTo>
                  <a:cubicBezTo>
                    <a:pt x="788" y="3466"/>
                    <a:pt x="0" y="4569"/>
                    <a:pt x="0" y="5861"/>
                  </a:cubicBezTo>
                  <a:lnTo>
                    <a:pt x="0" y="7247"/>
                  </a:lnTo>
                  <a:cubicBezTo>
                    <a:pt x="0" y="7436"/>
                    <a:pt x="158" y="7593"/>
                    <a:pt x="347" y="7593"/>
                  </a:cubicBezTo>
                  <a:lnTo>
                    <a:pt x="3938" y="7593"/>
                  </a:lnTo>
                  <a:cubicBezTo>
                    <a:pt x="3214" y="8192"/>
                    <a:pt x="2741" y="9043"/>
                    <a:pt x="2741" y="10019"/>
                  </a:cubicBezTo>
                  <a:lnTo>
                    <a:pt x="2741" y="11437"/>
                  </a:lnTo>
                  <a:cubicBezTo>
                    <a:pt x="2741" y="11658"/>
                    <a:pt x="2899" y="11815"/>
                    <a:pt x="3088" y="11815"/>
                  </a:cubicBezTo>
                  <a:lnTo>
                    <a:pt x="8696" y="11815"/>
                  </a:lnTo>
                  <a:cubicBezTo>
                    <a:pt x="8885" y="11815"/>
                    <a:pt x="9042" y="11658"/>
                    <a:pt x="9042" y="11437"/>
                  </a:cubicBezTo>
                  <a:lnTo>
                    <a:pt x="9042" y="10019"/>
                  </a:lnTo>
                  <a:cubicBezTo>
                    <a:pt x="9042" y="9043"/>
                    <a:pt x="8570" y="8192"/>
                    <a:pt x="7876" y="7593"/>
                  </a:cubicBezTo>
                  <a:lnTo>
                    <a:pt x="11436" y="7593"/>
                  </a:lnTo>
                  <a:cubicBezTo>
                    <a:pt x="11657" y="7593"/>
                    <a:pt x="11815" y="7436"/>
                    <a:pt x="11815" y="7247"/>
                  </a:cubicBezTo>
                  <a:lnTo>
                    <a:pt x="11815" y="5861"/>
                  </a:lnTo>
                  <a:cubicBezTo>
                    <a:pt x="11846" y="4600"/>
                    <a:pt x="11027" y="3466"/>
                    <a:pt x="9861" y="2994"/>
                  </a:cubicBezTo>
                  <a:cubicBezTo>
                    <a:pt x="10239" y="2679"/>
                    <a:pt x="10428" y="2206"/>
                    <a:pt x="10428" y="1734"/>
                  </a:cubicBezTo>
                  <a:cubicBezTo>
                    <a:pt x="10428" y="788"/>
                    <a:pt x="9641" y="1"/>
                    <a:pt x="8696" y="1"/>
                  </a:cubicBezTo>
                  <a:cubicBezTo>
                    <a:pt x="7750" y="1"/>
                    <a:pt x="6963" y="788"/>
                    <a:pt x="6963" y="1734"/>
                  </a:cubicBezTo>
                  <a:cubicBezTo>
                    <a:pt x="6963" y="2238"/>
                    <a:pt x="7152" y="2679"/>
                    <a:pt x="7498" y="2994"/>
                  </a:cubicBezTo>
                  <a:cubicBezTo>
                    <a:pt x="6931" y="3214"/>
                    <a:pt x="6396" y="3624"/>
                    <a:pt x="6049" y="4159"/>
                  </a:cubicBezTo>
                  <a:lnTo>
                    <a:pt x="5734" y="4159"/>
                  </a:lnTo>
                  <a:cubicBezTo>
                    <a:pt x="5388" y="3655"/>
                    <a:pt x="4883" y="3214"/>
                    <a:pt x="4285" y="2994"/>
                  </a:cubicBezTo>
                  <a:cubicBezTo>
                    <a:pt x="4631" y="2679"/>
                    <a:pt x="4820" y="2238"/>
                    <a:pt x="4820" y="1734"/>
                  </a:cubicBezTo>
                  <a:cubicBezTo>
                    <a:pt x="4820" y="788"/>
                    <a:pt x="4033" y="1"/>
                    <a:pt x="3088" y="1"/>
                  </a:cubicBezTo>
                  <a:close/>
                </a:path>
              </a:pathLst>
            </a:cu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46"/>
            <p:cNvSpPr/>
            <p:nvPr/>
          </p:nvSpPr>
          <p:spPr>
            <a:xfrm>
              <a:off x="3825750" y="2075775"/>
              <a:ext cx="35450" cy="17350"/>
            </a:xfrm>
            <a:custGeom>
              <a:rect b="b" l="l" r="r" t="t"/>
              <a:pathLst>
                <a:path extrusionOk="0" h="694" w="1418">
                  <a:moveTo>
                    <a:pt x="347" y="0"/>
                  </a:moveTo>
                  <a:cubicBezTo>
                    <a:pt x="158" y="0"/>
                    <a:pt x="0" y="158"/>
                    <a:pt x="0" y="347"/>
                  </a:cubicBezTo>
                  <a:cubicBezTo>
                    <a:pt x="0" y="536"/>
                    <a:pt x="158" y="694"/>
                    <a:pt x="347" y="694"/>
                  </a:cubicBezTo>
                  <a:lnTo>
                    <a:pt x="1071" y="694"/>
                  </a:lnTo>
                  <a:cubicBezTo>
                    <a:pt x="1260" y="694"/>
                    <a:pt x="1418" y="536"/>
                    <a:pt x="1418" y="347"/>
                  </a:cubicBezTo>
                  <a:cubicBezTo>
                    <a:pt x="1418" y="158"/>
                    <a:pt x="1260" y="0"/>
                    <a:pt x="1071" y="0"/>
                  </a:cubicBezTo>
                  <a:close/>
                </a:path>
              </a:pathLst>
            </a:cu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6"/>
            <p:cNvSpPr/>
            <p:nvPr/>
          </p:nvSpPr>
          <p:spPr>
            <a:xfrm>
              <a:off x="3633550" y="2075775"/>
              <a:ext cx="35475" cy="17350"/>
            </a:xfrm>
            <a:custGeom>
              <a:rect b="b" l="l" r="r" t="t"/>
              <a:pathLst>
                <a:path extrusionOk="0" h="694" w="1419">
                  <a:moveTo>
                    <a:pt x="379" y="0"/>
                  </a:moveTo>
                  <a:cubicBezTo>
                    <a:pt x="158" y="0"/>
                    <a:pt x="1" y="158"/>
                    <a:pt x="1" y="347"/>
                  </a:cubicBezTo>
                  <a:cubicBezTo>
                    <a:pt x="1" y="536"/>
                    <a:pt x="158" y="694"/>
                    <a:pt x="379" y="694"/>
                  </a:cubicBezTo>
                  <a:lnTo>
                    <a:pt x="1072" y="694"/>
                  </a:lnTo>
                  <a:cubicBezTo>
                    <a:pt x="1261" y="694"/>
                    <a:pt x="1419" y="536"/>
                    <a:pt x="1419" y="347"/>
                  </a:cubicBezTo>
                  <a:cubicBezTo>
                    <a:pt x="1419" y="158"/>
                    <a:pt x="1261" y="0"/>
                    <a:pt x="1072" y="0"/>
                  </a:cubicBezTo>
                  <a:close/>
                </a:path>
              </a:pathLst>
            </a:cu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46"/>
          <p:cNvGrpSpPr/>
          <p:nvPr/>
        </p:nvGrpSpPr>
        <p:grpSpPr>
          <a:xfrm>
            <a:off x="6972120" y="2209309"/>
            <a:ext cx="535708" cy="481498"/>
            <a:chOff x="-61783350" y="2297100"/>
            <a:chExt cx="316650" cy="316650"/>
          </a:xfrm>
        </p:grpSpPr>
        <p:sp>
          <p:nvSpPr>
            <p:cNvPr id="300" name="Google Shape;300;p46"/>
            <p:cNvSpPr/>
            <p:nvPr/>
          </p:nvSpPr>
          <p:spPr>
            <a:xfrm>
              <a:off x="-61783350" y="2297100"/>
              <a:ext cx="316650" cy="316650"/>
            </a:xfrm>
            <a:custGeom>
              <a:rect b="b" l="l" r="r" t="t"/>
              <a:pathLst>
                <a:path extrusionOk="0" h="12666" w="12666">
                  <a:moveTo>
                    <a:pt x="379" y="0"/>
                  </a:moveTo>
                  <a:cubicBezTo>
                    <a:pt x="158" y="0"/>
                    <a:pt x="1" y="189"/>
                    <a:pt x="1" y="441"/>
                  </a:cubicBezTo>
                  <a:lnTo>
                    <a:pt x="1" y="12287"/>
                  </a:lnTo>
                  <a:cubicBezTo>
                    <a:pt x="1" y="12508"/>
                    <a:pt x="190" y="12665"/>
                    <a:pt x="379" y="12665"/>
                  </a:cubicBezTo>
                  <a:lnTo>
                    <a:pt x="12256" y="12665"/>
                  </a:lnTo>
                  <a:cubicBezTo>
                    <a:pt x="12477" y="12665"/>
                    <a:pt x="12666" y="12476"/>
                    <a:pt x="12666" y="12287"/>
                  </a:cubicBezTo>
                  <a:cubicBezTo>
                    <a:pt x="12634" y="12098"/>
                    <a:pt x="12477" y="11878"/>
                    <a:pt x="12256" y="11878"/>
                  </a:cubicBezTo>
                  <a:lnTo>
                    <a:pt x="820" y="11878"/>
                  </a:lnTo>
                  <a:lnTo>
                    <a:pt x="820" y="441"/>
                  </a:lnTo>
                  <a:cubicBezTo>
                    <a:pt x="820" y="189"/>
                    <a:pt x="631" y="0"/>
                    <a:pt x="379" y="0"/>
                  </a:cubicBezTo>
                  <a:close/>
                </a:path>
              </a:pathLst>
            </a:cu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6"/>
            <p:cNvSpPr/>
            <p:nvPr/>
          </p:nvSpPr>
          <p:spPr>
            <a:xfrm>
              <a:off x="-61742375" y="2387675"/>
              <a:ext cx="275675" cy="151250"/>
            </a:xfrm>
            <a:custGeom>
              <a:rect b="b" l="l" r="r" t="t"/>
              <a:pathLst>
                <a:path extrusionOk="0" h="6050" w="11027">
                  <a:moveTo>
                    <a:pt x="9767" y="788"/>
                  </a:moveTo>
                  <a:cubicBezTo>
                    <a:pt x="10019" y="788"/>
                    <a:pt x="10208" y="977"/>
                    <a:pt x="10208" y="1229"/>
                  </a:cubicBezTo>
                  <a:cubicBezTo>
                    <a:pt x="10176" y="1450"/>
                    <a:pt x="10019" y="1639"/>
                    <a:pt x="9767" y="1639"/>
                  </a:cubicBezTo>
                  <a:cubicBezTo>
                    <a:pt x="9546" y="1639"/>
                    <a:pt x="9389" y="1450"/>
                    <a:pt x="9389" y="1229"/>
                  </a:cubicBezTo>
                  <a:cubicBezTo>
                    <a:pt x="9389" y="977"/>
                    <a:pt x="9578" y="788"/>
                    <a:pt x="9767" y="788"/>
                  </a:cubicBezTo>
                  <a:close/>
                  <a:moveTo>
                    <a:pt x="4001" y="1607"/>
                  </a:moveTo>
                  <a:cubicBezTo>
                    <a:pt x="4222" y="1607"/>
                    <a:pt x="4379" y="1796"/>
                    <a:pt x="4379" y="2048"/>
                  </a:cubicBezTo>
                  <a:cubicBezTo>
                    <a:pt x="4379" y="2269"/>
                    <a:pt x="4222" y="2489"/>
                    <a:pt x="4001" y="2489"/>
                  </a:cubicBezTo>
                  <a:cubicBezTo>
                    <a:pt x="3749" y="2489"/>
                    <a:pt x="3560" y="2269"/>
                    <a:pt x="3560" y="2048"/>
                  </a:cubicBezTo>
                  <a:cubicBezTo>
                    <a:pt x="3560" y="1796"/>
                    <a:pt x="3749" y="1607"/>
                    <a:pt x="4001" y="1607"/>
                  </a:cubicBezTo>
                  <a:close/>
                  <a:moveTo>
                    <a:pt x="6459" y="4128"/>
                  </a:moveTo>
                  <a:cubicBezTo>
                    <a:pt x="6679" y="4128"/>
                    <a:pt x="6900" y="4317"/>
                    <a:pt x="6900" y="4569"/>
                  </a:cubicBezTo>
                  <a:cubicBezTo>
                    <a:pt x="6868" y="4758"/>
                    <a:pt x="6711" y="4947"/>
                    <a:pt x="6459" y="4947"/>
                  </a:cubicBezTo>
                  <a:cubicBezTo>
                    <a:pt x="6238" y="4947"/>
                    <a:pt x="6081" y="4758"/>
                    <a:pt x="6081" y="4569"/>
                  </a:cubicBezTo>
                  <a:cubicBezTo>
                    <a:pt x="6081" y="4317"/>
                    <a:pt x="6270" y="4128"/>
                    <a:pt x="6459" y="4128"/>
                  </a:cubicBezTo>
                  <a:close/>
                  <a:moveTo>
                    <a:pt x="1229" y="4380"/>
                  </a:moveTo>
                  <a:cubicBezTo>
                    <a:pt x="1481" y="4380"/>
                    <a:pt x="1638" y="4569"/>
                    <a:pt x="1638" y="4789"/>
                  </a:cubicBezTo>
                  <a:cubicBezTo>
                    <a:pt x="1638" y="5041"/>
                    <a:pt x="1481" y="5230"/>
                    <a:pt x="1229" y="5230"/>
                  </a:cubicBezTo>
                  <a:cubicBezTo>
                    <a:pt x="1008" y="5230"/>
                    <a:pt x="788" y="5041"/>
                    <a:pt x="788" y="4789"/>
                  </a:cubicBezTo>
                  <a:cubicBezTo>
                    <a:pt x="788" y="4569"/>
                    <a:pt x="1008" y="4380"/>
                    <a:pt x="1229" y="4380"/>
                  </a:cubicBezTo>
                  <a:close/>
                  <a:moveTo>
                    <a:pt x="9767" y="0"/>
                  </a:moveTo>
                  <a:cubicBezTo>
                    <a:pt x="9105" y="0"/>
                    <a:pt x="8570" y="536"/>
                    <a:pt x="8570" y="1229"/>
                  </a:cubicBezTo>
                  <a:cubicBezTo>
                    <a:pt x="8570" y="1418"/>
                    <a:pt x="8601" y="1576"/>
                    <a:pt x="8664" y="1765"/>
                  </a:cubicBezTo>
                  <a:lnTo>
                    <a:pt x="7026" y="3434"/>
                  </a:lnTo>
                  <a:cubicBezTo>
                    <a:pt x="6868" y="3340"/>
                    <a:pt x="6679" y="3308"/>
                    <a:pt x="6459" y="3308"/>
                  </a:cubicBezTo>
                  <a:cubicBezTo>
                    <a:pt x="6270" y="3308"/>
                    <a:pt x="6112" y="3340"/>
                    <a:pt x="5923" y="3434"/>
                  </a:cubicBezTo>
                  <a:lnTo>
                    <a:pt x="5104" y="2584"/>
                  </a:lnTo>
                  <a:cubicBezTo>
                    <a:pt x="5167" y="2426"/>
                    <a:pt x="5199" y="2237"/>
                    <a:pt x="5199" y="2048"/>
                  </a:cubicBezTo>
                  <a:cubicBezTo>
                    <a:pt x="5199" y="1387"/>
                    <a:pt x="4663" y="788"/>
                    <a:pt x="4001" y="788"/>
                  </a:cubicBezTo>
                  <a:cubicBezTo>
                    <a:pt x="3308" y="788"/>
                    <a:pt x="2773" y="1324"/>
                    <a:pt x="2773" y="2048"/>
                  </a:cubicBezTo>
                  <a:cubicBezTo>
                    <a:pt x="2773" y="2237"/>
                    <a:pt x="2804" y="2395"/>
                    <a:pt x="2899" y="2584"/>
                  </a:cubicBezTo>
                  <a:lnTo>
                    <a:pt x="1796" y="3686"/>
                  </a:lnTo>
                  <a:cubicBezTo>
                    <a:pt x="1638" y="3623"/>
                    <a:pt x="1418" y="3592"/>
                    <a:pt x="1229" y="3592"/>
                  </a:cubicBezTo>
                  <a:cubicBezTo>
                    <a:pt x="567" y="3592"/>
                    <a:pt x="0" y="4128"/>
                    <a:pt x="0" y="4852"/>
                  </a:cubicBezTo>
                  <a:cubicBezTo>
                    <a:pt x="0" y="5514"/>
                    <a:pt x="567" y="6049"/>
                    <a:pt x="1229" y="6049"/>
                  </a:cubicBezTo>
                  <a:cubicBezTo>
                    <a:pt x="1890" y="6049"/>
                    <a:pt x="2458" y="5514"/>
                    <a:pt x="2458" y="4852"/>
                  </a:cubicBezTo>
                  <a:cubicBezTo>
                    <a:pt x="2458" y="4632"/>
                    <a:pt x="2426" y="4474"/>
                    <a:pt x="2332" y="4285"/>
                  </a:cubicBezTo>
                  <a:lnTo>
                    <a:pt x="3434" y="3182"/>
                  </a:lnTo>
                  <a:cubicBezTo>
                    <a:pt x="3592" y="3245"/>
                    <a:pt x="3781" y="3308"/>
                    <a:pt x="4001" y="3308"/>
                  </a:cubicBezTo>
                  <a:cubicBezTo>
                    <a:pt x="4190" y="3308"/>
                    <a:pt x="4348" y="3277"/>
                    <a:pt x="4537" y="3182"/>
                  </a:cubicBezTo>
                  <a:lnTo>
                    <a:pt x="5356" y="4001"/>
                  </a:lnTo>
                  <a:cubicBezTo>
                    <a:pt x="5293" y="4159"/>
                    <a:pt x="5262" y="4348"/>
                    <a:pt x="5262" y="4569"/>
                  </a:cubicBezTo>
                  <a:cubicBezTo>
                    <a:pt x="5262" y="5230"/>
                    <a:pt x="5797" y="5766"/>
                    <a:pt x="6459" y="5766"/>
                  </a:cubicBezTo>
                  <a:cubicBezTo>
                    <a:pt x="7152" y="5766"/>
                    <a:pt x="7687" y="5230"/>
                    <a:pt x="7687" y="4569"/>
                  </a:cubicBezTo>
                  <a:cubicBezTo>
                    <a:pt x="7687" y="4348"/>
                    <a:pt x="7656" y="4191"/>
                    <a:pt x="7561" y="4001"/>
                  </a:cubicBezTo>
                  <a:lnTo>
                    <a:pt x="9231" y="2363"/>
                  </a:lnTo>
                  <a:cubicBezTo>
                    <a:pt x="9389" y="2426"/>
                    <a:pt x="9578" y="2489"/>
                    <a:pt x="9767" y="2489"/>
                  </a:cubicBezTo>
                  <a:cubicBezTo>
                    <a:pt x="10460" y="2489"/>
                    <a:pt x="11027" y="1922"/>
                    <a:pt x="11027" y="1229"/>
                  </a:cubicBezTo>
                  <a:cubicBezTo>
                    <a:pt x="10995" y="536"/>
                    <a:pt x="10460" y="0"/>
                    <a:pt x="9767" y="0"/>
                  </a:cubicBezTo>
                  <a:close/>
                </a:path>
              </a:pathLst>
            </a:cu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 name="Google Shape;302;p46"/>
          <p:cNvGrpSpPr/>
          <p:nvPr/>
        </p:nvGrpSpPr>
        <p:grpSpPr>
          <a:xfrm>
            <a:off x="5249133" y="2164911"/>
            <a:ext cx="604186" cy="570289"/>
            <a:chOff x="-63252250" y="1930850"/>
            <a:chExt cx="319000" cy="319025"/>
          </a:xfrm>
        </p:grpSpPr>
        <p:sp>
          <p:nvSpPr>
            <p:cNvPr id="303" name="Google Shape;303;p46"/>
            <p:cNvSpPr/>
            <p:nvPr/>
          </p:nvSpPr>
          <p:spPr>
            <a:xfrm>
              <a:off x="-63252250" y="1930850"/>
              <a:ext cx="319000" cy="319025"/>
            </a:xfrm>
            <a:custGeom>
              <a:rect b="b" l="l" r="r" t="t"/>
              <a:pathLst>
                <a:path extrusionOk="0" h="12761" w="12760">
                  <a:moveTo>
                    <a:pt x="7026" y="914"/>
                  </a:moveTo>
                  <a:lnTo>
                    <a:pt x="7026" y="1954"/>
                  </a:lnTo>
                  <a:cubicBezTo>
                    <a:pt x="7026" y="2174"/>
                    <a:pt x="7120" y="2332"/>
                    <a:pt x="7341" y="2363"/>
                  </a:cubicBezTo>
                  <a:cubicBezTo>
                    <a:pt x="7813" y="2489"/>
                    <a:pt x="8286" y="2647"/>
                    <a:pt x="8664" y="2899"/>
                  </a:cubicBezTo>
                  <a:cubicBezTo>
                    <a:pt x="8733" y="2954"/>
                    <a:pt x="8820" y="2979"/>
                    <a:pt x="8905" y="2979"/>
                  </a:cubicBezTo>
                  <a:cubicBezTo>
                    <a:pt x="9012" y="2979"/>
                    <a:pt x="9115" y="2938"/>
                    <a:pt x="9168" y="2868"/>
                  </a:cubicBezTo>
                  <a:lnTo>
                    <a:pt x="9924" y="2111"/>
                  </a:lnTo>
                  <a:lnTo>
                    <a:pt x="10712" y="2899"/>
                  </a:lnTo>
                  <a:lnTo>
                    <a:pt x="9956" y="3655"/>
                  </a:lnTo>
                  <a:cubicBezTo>
                    <a:pt x="9861" y="3781"/>
                    <a:pt x="9798" y="4002"/>
                    <a:pt x="9924" y="4159"/>
                  </a:cubicBezTo>
                  <a:cubicBezTo>
                    <a:pt x="10208" y="4600"/>
                    <a:pt x="10397" y="5041"/>
                    <a:pt x="10460" y="5514"/>
                  </a:cubicBezTo>
                  <a:cubicBezTo>
                    <a:pt x="10523" y="5703"/>
                    <a:pt x="10680" y="5829"/>
                    <a:pt x="10869" y="5829"/>
                  </a:cubicBezTo>
                  <a:lnTo>
                    <a:pt x="11941" y="5829"/>
                  </a:lnTo>
                  <a:lnTo>
                    <a:pt x="11941" y="6932"/>
                  </a:lnTo>
                  <a:lnTo>
                    <a:pt x="10869" y="6932"/>
                  </a:lnTo>
                  <a:cubicBezTo>
                    <a:pt x="10680" y="6932"/>
                    <a:pt x="10523" y="7058"/>
                    <a:pt x="10460" y="7247"/>
                  </a:cubicBezTo>
                  <a:cubicBezTo>
                    <a:pt x="10365" y="7719"/>
                    <a:pt x="10208" y="8192"/>
                    <a:pt x="9924" y="8570"/>
                  </a:cubicBezTo>
                  <a:cubicBezTo>
                    <a:pt x="9798" y="8727"/>
                    <a:pt x="9861" y="8979"/>
                    <a:pt x="9956" y="9105"/>
                  </a:cubicBezTo>
                  <a:lnTo>
                    <a:pt x="10712" y="9830"/>
                  </a:lnTo>
                  <a:lnTo>
                    <a:pt x="9924" y="10618"/>
                  </a:lnTo>
                  <a:lnTo>
                    <a:pt x="9168" y="9893"/>
                  </a:lnTo>
                  <a:cubicBezTo>
                    <a:pt x="9111" y="9817"/>
                    <a:pt x="8996" y="9775"/>
                    <a:pt x="8879" y="9775"/>
                  </a:cubicBezTo>
                  <a:cubicBezTo>
                    <a:pt x="8803" y="9775"/>
                    <a:pt x="8726" y="9793"/>
                    <a:pt x="8664" y="9830"/>
                  </a:cubicBezTo>
                  <a:cubicBezTo>
                    <a:pt x="8223" y="10114"/>
                    <a:pt x="7813" y="10303"/>
                    <a:pt x="7341" y="10397"/>
                  </a:cubicBezTo>
                  <a:cubicBezTo>
                    <a:pt x="7120" y="10429"/>
                    <a:pt x="7026" y="10586"/>
                    <a:pt x="7026" y="10775"/>
                  </a:cubicBezTo>
                  <a:lnTo>
                    <a:pt x="7026" y="11846"/>
                  </a:lnTo>
                  <a:lnTo>
                    <a:pt x="5923" y="11846"/>
                  </a:lnTo>
                  <a:lnTo>
                    <a:pt x="5923" y="10775"/>
                  </a:lnTo>
                  <a:cubicBezTo>
                    <a:pt x="5923" y="10586"/>
                    <a:pt x="5797" y="10429"/>
                    <a:pt x="5577" y="10397"/>
                  </a:cubicBezTo>
                  <a:cubicBezTo>
                    <a:pt x="5135" y="10271"/>
                    <a:pt x="4663" y="10114"/>
                    <a:pt x="4253" y="9830"/>
                  </a:cubicBezTo>
                  <a:cubicBezTo>
                    <a:pt x="4191" y="9793"/>
                    <a:pt x="4119" y="9775"/>
                    <a:pt x="4047" y="9775"/>
                  </a:cubicBezTo>
                  <a:cubicBezTo>
                    <a:pt x="3937" y="9775"/>
                    <a:pt x="3826" y="9817"/>
                    <a:pt x="3749" y="9893"/>
                  </a:cubicBezTo>
                  <a:lnTo>
                    <a:pt x="2993" y="10618"/>
                  </a:lnTo>
                  <a:lnTo>
                    <a:pt x="2206" y="9830"/>
                  </a:lnTo>
                  <a:lnTo>
                    <a:pt x="2962" y="9105"/>
                  </a:lnTo>
                  <a:cubicBezTo>
                    <a:pt x="3088" y="8979"/>
                    <a:pt x="3119" y="8727"/>
                    <a:pt x="2993" y="8570"/>
                  </a:cubicBezTo>
                  <a:cubicBezTo>
                    <a:pt x="2710" y="8160"/>
                    <a:pt x="2521" y="7719"/>
                    <a:pt x="2458" y="7247"/>
                  </a:cubicBezTo>
                  <a:cubicBezTo>
                    <a:pt x="2395" y="7058"/>
                    <a:pt x="2237" y="6932"/>
                    <a:pt x="2048" y="6932"/>
                  </a:cubicBezTo>
                  <a:lnTo>
                    <a:pt x="977" y="6932"/>
                  </a:lnTo>
                  <a:lnTo>
                    <a:pt x="977" y="5829"/>
                  </a:lnTo>
                  <a:lnTo>
                    <a:pt x="2048" y="5829"/>
                  </a:lnTo>
                  <a:cubicBezTo>
                    <a:pt x="2237" y="5829"/>
                    <a:pt x="2395" y="5703"/>
                    <a:pt x="2458" y="5514"/>
                  </a:cubicBezTo>
                  <a:cubicBezTo>
                    <a:pt x="2552" y="5041"/>
                    <a:pt x="2710" y="4569"/>
                    <a:pt x="2993" y="4159"/>
                  </a:cubicBezTo>
                  <a:cubicBezTo>
                    <a:pt x="3119" y="4002"/>
                    <a:pt x="3088" y="3781"/>
                    <a:pt x="2962" y="3655"/>
                  </a:cubicBezTo>
                  <a:lnTo>
                    <a:pt x="2206" y="2899"/>
                  </a:lnTo>
                  <a:lnTo>
                    <a:pt x="2993" y="2111"/>
                  </a:lnTo>
                  <a:lnTo>
                    <a:pt x="3749" y="2868"/>
                  </a:lnTo>
                  <a:cubicBezTo>
                    <a:pt x="3820" y="2938"/>
                    <a:pt x="3921" y="2979"/>
                    <a:pt x="4023" y="2979"/>
                  </a:cubicBezTo>
                  <a:cubicBezTo>
                    <a:pt x="4103" y="2979"/>
                    <a:pt x="4184" y="2954"/>
                    <a:pt x="4253" y="2899"/>
                  </a:cubicBezTo>
                  <a:cubicBezTo>
                    <a:pt x="4694" y="2647"/>
                    <a:pt x="5135" y="2426"/>
                    <a:pt x="5577" y="2363"/>
                  </a:cubicBezTo>
                  <a:cubicBezTo>
                    <a:pt x="5797" y="2332"/>
                    <a:pt x="5923" y="2174"/>
                    <a:pt x="5923" y="1954"/>
                  </a:cubicBezTo>
                  <a:lnTo>
                    <a:pt x="5923" y="914"/>
                  </a:lnTo>
                  <a:close/>
                  <a:moveTo>
                    <a:pt x="5829" y="1"/>
                  </a:moveTo>
                  <a:cubicBezTo>
                    <a:pt x="5356" y="1"/>
                    <a:pt x="5009" y="347"/>
                    <a:pt x="5009" y="820"/>
                  </a:cubicBezTo>
                  <a:lnTo>
                    <a:pt x="5009" y="1576"/>
                  </a:lnTo>
                  <a:cubicBezTo>
                    <a:pt x="4631" y="1702"/>
                    <a:pt x="4285" y="1796"/>
                    <a:pt x="3970" y="2017"/>
                  </a:cubicBezTo>
                  <a:lnTo>
                    <a:pt x="3466" y="1481"/>
                  </a:lnTo>
                  <a:cubicBezTo>
                    <a:pt x="3308" y="1324"/>
                    <a:pt x="3103" y="1245"/>
                    <a:pt x="2891" y="1245"/>
                  </a:cubicBezTo>
                  <a:cubicBezTo>
                    <a:pt x="2678" y="1245"/>
                    <a:pt x="2458" y="1324"/>
                    <a:pt x="2269" y="1481"/>
                  </a:cubicBezTo>
                  <a:lnTo>
                    <a:pt x="1481" y="2269"/>
                  </a:lnTo>
                  <a:cubicBezTo>
                    <a:pt x="1166" y="2584"/>
                    <a:pt x="1166" y="3120"/>
                    <a:pt x="1481" y="3466"/>
                  </a:cubicBezTo>
                  <a:lnTo>
                    <a:pt x="2017" y="3970"/>
                  </a:lnTo>
                  <a:cubicBezTo>
                    <a:pt x="1796" y="4285"/>
                    <a:pt x="1701" y="4632"/>
                    <a:pt x="1575" y="5010"/>
                  </a:cubicBezTo>
                  <a:lnTo>
                    <a:pt x="819" y="5010"/>
                  </a:lnTo>
                  <a:cubicBezTo>
                    <a:pt x="347" y="5010"/>
                    <a:pt x="0" y="5356"/>
                    <a:pt x="0" y="5829"/>
                  </a:cubicBezTo>
                  <a:lnTo>
                    <a:pt x="0" y="6932"/>
                  </a:lnTo>
                  <a:cubicBezTo>
                    <a:pt x="0" y="7404"/>
                    <a:pt x="347" y="7751"/>
                    <a:pt x="819" y="7751"/>
                  </a:cubicBezTo>
                  <a:lnTo>
                    <a:pt x="1575" y="7751"/>
                  </a:lnTo>
                  <a:cubicBezTo>
                    <a:pt x="1701" y="8097"/>
                    <a:pt x="1796" y="8475"/>
                    <a:pt x="2017" y="8759"/>
                  </a:cubicBezTo>
                  <a:lnTo>
                    <a:pt x="1481" y="9295"/>
                  </a:lnTo>
                  <a:cubicBezTo>
                    <a:pt x="1166" y="9610"/>
                    <a:pt x="1166" y="10114"/>
                    <a:pt x="1481" y="10460"/>
                  </a:cubicBezTo>
                  <a:lnTo>
                    <a:pt x="2269" y="11248"/>
                  </a:lnTo>
                  <a:cubicBezTo>
                    <a:pt x="2426" y="11405"/>
                    <a:pt x="2639" y="11484"/>
                    <a:pt x="2855" y="11484"/>
                  </a:cubicBezTo>
                  <a:cubicBezTo>
                    <a:pt x="3072" y="11484"/>
                    <a:pt x="3292" y="11405"/>
                    <a:pt x="3466" y="11248"/>
                  </a:cubicBezTo>
                  <a:lnTo>
                    <a:pt x="3970" y="10744"/>
                  </a:lnTo>
                  <a:cubicBezTo>
                    <a:pt x="4285" y="10933"/>
                    <a:pt x="4631" y="11059"/>
                    <a:pt x="5009" y="11185"/>
                  </a:cubicBezTo>
                  <a:lnTo>
                    <a:pt x="5009" y="11909"/>
                  </a:lnTo>
                  <a:cubicBezTo>
                    <a:pt x="5009" y="12382"/>
                    <a:pt x="5356" y="12760"/>
                    <a:pt x="5829" y="12760"/>
                  </a:cubicBezTo>
                  <a:lnTo>
                    <a:pt x="6931" y="12760"/>
                  </a:lnTo>
                  <a:cubicBezTo>
                    <a:pt x="7404" y="12760"/>
                    <a:pt x="7750" y="12382"/>
                    <a:pt x="7750" y="11909"/>
                  </a:cubicBezTo>
                  <a:lnTo>
                    <a:pt x="7750" y="11185"/>
                  </a:lnTo>
                  <a:cubicBezTo>
                    <a:pt x="8097" y="11059"/>
                    <a:pt x="8475" y="10933"/>
                    <a:pt x="8790" y="10744"/>
                  </a:cubicBezTo>
                  <a:lnTo>
                    <a:pt x="9294" y="11248"/>
                  </a:lnTo>
                  <a:cubicBezTo>
                    <a:pt x="9452" y="11405"/>
                    <a:pt x="9656" y="11484"/>
                    <a:pt x="9865" y="11484"/>
                  </a:cubicBezTo>
                  <a:cubicBezTo>
                    <a:pt x="10074" y="11484"/>
                    <a:pt x="10287" y="11405"/>
                    <a:pt x="10460" y="11248"/>
                  </a:cubicBezTo>
                  <a:lnTo>
                    <a:pt x="11247" y="10460"/>
                  </a:lnTo>
                  <a:cubicBezTo>
                    <a:pt x="11563" y="10145"/>
                    <a:pt x="11563" y="9641"/>
                    <a:pt x="11247" y="9295"/>
                  </a:cubicBezTo>
                  <a:lnTo>
                    <a:pt x="10743" y="8759"/>
                  </a:lnTo>
                  <a:cubicBezTo>
                    <a:pt x="10932" y="8444"/>
                    <a:pt x="11058" y="8097"/>
                    <a:pt x="11184" y="7751"/>
                  </a:cubicBezTo>
                  <a:lnTo>
                    <a:pt x="11941" y="7751"/>
                  </a:lnTo>
                  <a:cubicBezTo>
                    <a:pt x="12413" y="7751"/>
                    <a:pt x="12760" y="7404"/>
                    <a:pt x="12760" y="6932"/>
                  </a:cubicBezTo>
                  <a:lnTo>
                    <a:pt x="12760" y="5829"/>
                  </a:lnTo>
                  <a:cubicBezTo>
                    <a:pt x="12760" y="5356"/>
                    <a:pt x="12350" y="5010"/>
                    <a:pt x="11941" y="5010"/>
                  </a:cubicBezTo>
                  <a:lnTo>
                    <a:pt x="11184" y="5010"/>
                  </a:lnTo>
                  <a:cubicBezTo>
                    <a:pt x="11058" y="4632"/>
                    <a:pt x="10932" y="4285"/>
                    <a:pt x="10743" y="3970"/>
                  </a:cubicBezTo>
                  <a:lnTo>
                    <a:pt x="11247" y="3466"/>
                  </a:lnTo>
                  <a:cubicBezTo>
                    <a:pt x="11563" y="3151"/>
                    <a:pt x="11563" y="2647"/>
                    <a:pt x="11247" y="2269"/>
                  </a:cubicBezTo>
                  <a:lnTo>
                    <a:pt x="10460" y="1481"/>
                  </a:lnTo>
                  <a:cubicBezTo>
                    <a:pt x="10302" y="1324"/>
                    <a:pt x="10098" y="1245"/>
                    <a:pt x="9889" y="1245"/>
                  </a:cubicBezTo>
                  <a:cubicBezTo>
                    <a:pt x="9680" y="1245"/>
                    <a:pt x="9467" y="1324"/>
                    <a:pt x="9294" y="1481"/>
                  </a:cubicBezTo>
                  <a:lnTo>
                    <a:pt x="8790" y="2017"/>
                  </a:lnTo>
                  <a:cubicBezTo>
                    <a:pt x="8475" y="1796"/>
                    <a:pt x="8097" y="1702"/>
                    <a:pt x="7750" y="1576"/>
                  </a:cubicBezTo>
                  <a:lnTo>
                    <a:pt x="7750" y="820"/>
                  </a:lnTo>
                  <a:cubicBezTo>
                    <a:pt x="7750" y="347"/>
                    <a:pt x="7404" y="1"/>
                    <a:pt x="6931" y="1"/>
                  </a:cubicBezTo>
                  <a:close/>
                </a:path>
              </a:pathLst>
            </a:cu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6"/>
            <p:cNvSpPr/>
            <p:nvPr/>
          </p:nvSpPr>
          <p:spPr>
            <a:xfrm>
              <a:off x="-63160900" y="2021425"/>
              <a:ext cx="137850" cy="137850"/>
            </a:xfrm>
            <a:custGeom>
              <a:rect b="b" l="l" r="r" t="t"/>
              <a:pathLst>
                <a:path extrusionOk="0" h="5514" w="5514">
                  <a:moveTo>
                    <a:pt x="2773" y="820"/>
                  </a:moveTo>
                  <a:cubicBezTo>
                    <a:pt x="3813" y="820"/>
                    <a:pt x="4695" y="1702"/>
                    <a:pt x="4695" y="2742"/>
                  </a:cubicBezTo>
                  <a:cubicBezTo>
                    <a:pt x="4695" y="3813"/>
                    <a:pt x="3813" y="4695"/>
                    <a:pt x="2773" y="4695"/>
                  </a:cubicBezTo>
                  <a:cubicBezTo>
                    <a:pt x="1702" y="4695"/>
                    <a:pt x="820" y="3813"/>
                    <a:pt x="820" y="2742"/>
                  </a:cubicBezTo>
                  <a:cubicBezTo>
                    <a:pt x="820" y="1702"/>
                    <a:pt x="1702" y="820"/>
                    <a:pt x="2773" y="820"/>
                  </a:cubicBezTo>
                  <a:close/>
                  <a:moveTo>
                    <a:pt x="2773" y="1"/>
                  </a:moveTo>
                  <a:cubicBezTo>
                    <a:pt x="1229" y="1"/>
                    <a:pt x="1" y="1198"/>
                    <a:pt x="1" y="2742"/>
                  </a:cubicBezTo>
                  <a:cubicBezTo>
                    <a:pt x="1" y="4285"/>
                    <a:pt x="1229" y="5514"/>
                    <a:pt x="2773" y="5514"/>
                  </a:cubicBezTo>
                  <a:cubicBezTo>
                    <a:pt x="4285" y="5514"/>
                    <a:pt x="5514" y="4285"/>
                    <a:pt x="5514" y="2742"/>
                  </a:cubicBezTo>
                  <a:cubicBezTo>
                    <a:pt x="5514" y="1229"/>
                    <a:pt x="4254" y="1"/>
                    <a:pt x="2773" y="1"/>
                  </a:cubicBezTo>
                  <a:close/>
                </a:path>
              </a:pathLst>
            </a:cu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7"/>
          <p:cNvSpPr txBox="1"/>
          <p:nvPr>
            <p:ph type="title"/>
          </p:nvPr>
        </p:nvSpPr>
        <p:spPr>
          <a:xfrm>
            <a:off x="425196" y="286187"/>
            <a:ext cx="7886700" cy="443400"/>
          </a:xfrm>
          <a:prstGeom prst="rect">
            <a:avLst/>
          </a:prstGeom>
          <a:noFill/>
          <a:ln>
            <a:noFill/>
          </a:ln>
        </p:spPr>
        <p:txBody>
          <a:bodyPr anchorCtr="0" anchor="b" bIns="34275" lIns="68575" spcFirstLastPara="1" rIns="68575" wrap="square" tIns="34275">
            <a:spAutoFit/>
          </a:bodyPr>
          <a:lstStyle/>
          <a:p>
            <a:pPr indent="0" lvl="0" marL="0" rtl="0" algn="l">
              <a:spcBef>
                <a:spcPts val="0"/>
              </a:spcBef>
              <a:spcAft>
                <a:spcPts val="0"/>
              </a:spcAft>
              <a:buClr>
                <a:srgbClr val="FF5F05"/>
              </a:buClr>
              <a:buSzPts val="2700"/>
              <a:buFont typeface="Arial"/>
              <a:buNone/>
            </a:pPr>
            <a:r>
              <a:rPr lang="en"/>
              <a:t>Limitations of the Proposed Solutions</a:t>
            </a:r>
            <a:endParaRPr/>
          </a:p>
        </p:txBody>
      </p:sp>
      <p:sp>
        <p:nvSpPr>
          <p:cNvPr id="311" name="Google Shape;311;p47"/>
          <p:cNvSpPr txBox="1"/>
          <p:nvPr>
            <p:ph idx="1" type="body"/>
          </p:nvPr>
        </p:nvSpPr>
        <p:spPr>
          <a:xfrm>
            <a:off x="425200" y="1017425"/>
            <a:ext cx="8371500" cy="10827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b="1" lang="en">
                <a:solidFill>
                  <a:srgbClr val="000000"/>
                </a:solidFill>
              </a:rPr>
              <a:t>Real-World Effectiveness</a:t>
            </a:r>
            <a:endParaRPr b="1"/>
          </a:p>
          <a:p>
            <a:pPr indent="-330200" lvl="0" marL="457200" rtl="0" algn="l">
              <a:spcBef>
                <a:spcPts val="0"/>
              </a:spcBef>
              <a:spcAft>
                <a:spcPts val="0"/>
              </a:spcAft>
              <a:buSzPts val="1600"/>
              <a:buChar char="●"/>
            </a:pPr>
            <a:r>
              <a:rPr lang="en"/>
              <a:t>Full performance can only be accurately evaluated through real-world deployment.</a:t>
            </a:r>
            <a:endParaRPr/>
          </a:p>
          <a:p>
            <a:pPr indent="-330200" lvl="0" marL="457200" rtl="0" algn="l">
              <a:lnSpc>
                <a:spcPct val="130000"/>
              </a:lnSpc>
              <a:spcBef>
                <a:spcPts val="0"/>
              </a:spcBef>
              <a:spcAft>
                <a:spcPts val="0"/>
              </a:spcAft>
              <a:buSzPts val="1600"/>
              <a:buChar char="●"/>
            </a:pPr>
            <a:r>
              <a:rPr lang="en"/>
              <a:t>Dependent on user interaction and behavior, which are unpredictable.</a:t>
            </a:r>
            <a:endParaRPr/>
          </a:p>
        </p:txBody>
      </p:sp>
      <p:sp>
        <p:nvSpPr>
          <p:cNvPr id="312" name="Google Shape;312;p47"/>
          <p:cNvSpPr txBox="1"/>
          <p:nvPr>
            <p:ph idx="2" type="body"/>
          </p:nvPr>
        </p:nvSpPr>
        <p:spPr>
          <a:xfrm>
            <a:off x="425200" y="2100125"/>
            <a:ext cx="8505900" cy="11127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b="1" lang="en">
                <a:solidFill>
                  <a:srgbClr val="000000"/>
                </a:solidFill>
              </a:rPr>
              <a:t>API Reliance</a:t>
            </a:r>
            <a:endParaRPr b="1"/>
          </a:p>
          <a:p>
            <a:pPr indent="-330200" lvl="0" marL="457200" rtl="0" algn="l">
              <a:lnSpc>
                <a:spcPct val="130000"/>
              </a:lnSpc>
              <a:spcBef>
                <a:spcPts val="0"/>
              </a:spcBef>
              <a:spcAft>
                <a:spcPts val="0"/>
              </a:spcAft>
              <a:buSzPts val="1600"/>
              <a:buChar char="●"/>
            </a:pPr>
            <a:r>
              <a:rPr lang="en"/>
              <a:t>Dependent on third-party APIs for data collection, which may face access restrictions.</a:t>
            </a:r>
            <a:endParaRPr/>
          </a:p>
          <a:p>
            <a:pPr indent="-330200" lvl="0" marL="457200" rtl="0" algn="l">
              <a:lnSpc>
                <a:spcPct val="130000"/>
              </a:lnSpc>
              <a:spcBef>
                <a:spcPts val="0"/>
              </a:spcBef>
              <a:spcAft>
                <a:spcPts val="0"/>
              </a:spcAft>
              <a:buSzPts val="1600"/>
              <a:buChar char="●"/>
            </a:pPr>
            <a:r>
              <a:rPr lang="en"/>
              <a:t>Risks include data quality issues, limited access, and changes in platform policies over time.</a:t>
            </a:r>
            <a:endParaRPr/>
          </a:p>
        </p:txBody>
      </p:sp>
      <p:sp>
        <p:nvSpPr>
          <p:cNvPr id="313" name="Google Shape;313;p47"/>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None/>
            </a:pPr>
            <a:fld id="{00000000-1234-1234-1234-123412341234}" type="slidenum">
              <a:rPr lang="en"/>
              <a:t>‹#›</a:t>
            </a:fld>
            <a:endParaRPr/>
          </a:p>
        </p:txBody>
      </p:sp>
      <p:sp>
        <p:nvSpPr>
          <p:cNvPr id="314" name="Google Shape;314;p47"/>
          <p:cNvSpPr txBox="1"/>
          <p:nvPr>
            <p:ph idx="2" type="body"/>
          </p:nvPr>
        </p:nvSpPr>
        <p:spPr>
          <a:xfrm>
            <a:off x="425200" y="3292475"/>
            <a:ext cx="7886700" cy="595800"/>
          </a:xfrm>
          <a:prstGeom prst="rect">
            <a:avLst/>
          </a:prstGeom>
          <a:noFill/>
          <a:ln>
            <a:noFill/>
          </a:ln>
        </p:spPr>
        <p:txBody>
          <a:bodyPr anchorCtr="0" anchor="t" bIns="34275" lIns="68575" spcFirstLastPara="1" rIns="68575" wrap="square" tIns="34275">
            <a:spAutoFit/>
          </a:bodyPr>
          <a:lstStyle/>
          <a:p>
            <a:pPr indent="0" lvl="0" marL="0" rtl="0" algn="l">
              <a:lnSpc>
                <a:spcPct val="130000"/>
              </a:lnSpc>
              <a:spcBef>
                <a:spcPts val="0"/>
              </a:spcBef>
              <a:spcAft>
                <a:spcPts val="0"/>
              </a:spcAft>
              <a:buSzPts val="1600"/>
              <a:buNone/>
            </a:pPr>
            <a:r>
              <a:rPr b="1" lang="en">
                <a:solidFill>
                  <a:schemeClr val="dk1"/>
                </a:solidFill>
                <a:highlight>
                  <a:schemeClr val="lt1"/>
                </a:highlight>
              </a:rPr>
              <a:t>Risk of Overfitting</a:t>
            </a:r>
            <a:endParaRPr b="1"/>
          </a:p>
          <a:p>
            <a:pPr indent="-330200" lvl="0" marL="457200" rtl="0" algn="l">
              <a:lnSpc>
                <a:spcPct val="130000"/>
              </a:lnSpc>
              <a:spcBef>
                <a:spcPts val="0"/>
              </a:spcBef>
              <a:spcAft>
                <a:spcPts val="0"/>
              </a:spcAft>
              <a:buSzPts val="1600"/>
              <a:buChar char="●"/>
            </a:pPr>
            <a:r>
              <a:rPr lang="en"/>
              <a:t>Potential for models to overfit to specific training datasets.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8"/>
          <p:cNvSpPr txBox="1"/>
          <p:nvPr>
            <p:ph type="title"/>
          </p:nvPr>
        </p:nvSpPr>
        <p:spPr>
          <a:xfrm>
            <a:off x="425196" y="286187"/>
            <a:ext cx="7886700" cy="443400"/>
          </a:xfrm>
          <a:prstGeom prst="rect">
            <a:avLst/>
          </a:prstGeom>
          <a:noFill/>
          <a:ln>
            <a:noFill/>
          </a:ln>
        </p:spPr>
        <p:txBody>
          <a:bodyPr anchorCtr="0" anchor="b" bIns="34275" lIns="68575" spcFirstLastPara="1" rIns="68575" wrap="square" tIns="34275">
            <a:spAutoFit/>
          </a:bodyPr>
          <a:lstStyle/>
          <a:p>
            <a:pPr indent="0" lvl="0" marL="0" rtl="0" algn="l">
              <a:spcBef>
                <a:spcPts val="0"/>
              </a:spcBef>
              <a:spcAft>
                <a:spcPts val="0"/>
              </a:spcAft>
              <a:buClr>
                <a:srgbClr val="FF5F05"/>
              </a:buClr>
              <a:buSzPts val="2700"/>
              <a:buFont typeface="Arial"/>
              <a:buNone/>
            </a:pPr>
            <a:r>
              <a:rPr lang="en"/>
              <a:t>Conclusion</a:t>
            </a:r>
            <a:endParaRPr/>
          </a:p>
        </p:txBody>
      </p:sp>
      <p:sp>
        <p:nvSpPr>
          <p:cNvPr id="321" name="Google Shape;321;p48"/>
          <p:cNvSpPr txBox="1"/>
          <p:nvPr>
            <p:ph idx="1" type="body"/>
          </p:nvPr>
        </p:nvSpPr>
        <p:spPr>
          <a:xfrm>
            <a:off x="425200" y="1017425"/>
            <a:ext cx="8371500" cy="10827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b="1" lang="en">
                <a:solidFill>
                  <a:srgbClr val="000000"/>
                </a:solidFill>
              </a:rPr>
              <a:t>Diverse Datasets</a:t>
            </a:r>
            <a:endParaRPr b="1"/>
          </a:p>
          <a:p>
            <a:pPr indent="-330200" lvl="0" marL="457200" rtl="0" algn="l">
              <a:lnSpc>
                <a:spcPct val="130000"/>
              </a:lnSpc>
              <a:spcBef>
                <a:spcPts val="0"/>
              </a:spcBef>
              <a:spcAft>
                <a:spcPts val="0"/>
              </a:spcAft>
              <a:buSzPts val="1600"/>
              <a:buChar char="●"/>
            </a:pPr>
            <a:r>
              <a:rPr lang="en"/>
              <a:t>Expanding datasets across languages, cultures, and scenarios improves model generalization and accuracy in real-world conditions.</a:t>
            </a:r>
            <a:endParaRPr/>
          </a:p>
        </p:txBody>
      </p:sp>
      <p:sp>
        <p:nvSpPr>
          <p:cNvPr id="322" name="Google Shape;322;p48"/>
          <p:cNvSpPr txBox="1"/>
          <p:nvPr>
            <p:ph idx="2" type="body"/>
          </p:nvPr>
        </p:nvSpPr>
        <p:spPr>
          <a:xfrm>
            <a:off x="425200" y="2100125"/>
            <a:ext cx="8505900" cy="1112700"/>
          </a:xfrm>
          <a:prstGeom prst="rect">
            <a:avLst/>
          </a:prstGeom>
          <a:noFill/>
          <a:ln>
            <a:noFill/>
          </a:ln>
        </p:spPr>
        <p:txBody>
          <a:bodyPr anchorCtr="0" anchor="t" bIns="34275" lIns="68575" spcFirstLastPara="1" rIns="68575" wrap="square" tIns="34275">
            <a:noAutofit/>
          </a:bodyPr>
          <a:lstStyle/>
          <a:p>
            <a:pPr indent="0" lvl="0" marL="0" rtl="0" algn="l">
              <a:lnSpc>
                <a:spcPct val="130000"/>
              </a:lnSpc>
              <a:spcBef>
                <a:spcPts val="0"/>
              </a:spcBef>
              <a:spcAft>
                <a:spcPts val="0"/>
              </a:spcAft>
              <a:buSzPts val="1600"/>
              <a:buNone/>
            </a:pPr>
            <a:r>
              <a:rPr b="1" lang="en">
                <a:solidFill>
                  <a:srgbClr val="000000"/>
                </a:solidFill>
              </a:rPr>
              <a:t>Data Augmentation</a:t>
            </a:r>
            <a:endParaRPr b="1"/>
          </a:p>
          <a:p>
            <a:pPr indent="-330200" lvl="0" marL="457200" rtl="0" algn="l">
              <a:lnSpc>
                <a:spcPct val="130000"/>
              </a:lnSpc>
              <a:spcBef>
                <a:spcPts val="0"/>
              </a:spcBef>
              <a:spcAft>
                <a:spcPts val="0"/>
              </a:spcAft>
              <a:buSzPts val="1600"/>
              <a:buChar char="●"/>
            </a:pPr>
            <a:r>
              <a:rPr lang="en"/>
              <a:t>Techniques like rotating, blurring, and adding noise to images help detection models recognize deepfakes in diverse environments.</a:t>
            </a:r>
            <a:endParaRPr/>
          </a:p>
        </p:txBody>
      </p:sp>
      <p:sp>
        <p:nvSpPr>
          <p:cNvPr id="323" name="Google Shape;323;p48"/>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None/>
            </a:pPr>
            <a:fld id="{00000000-1234-1234-1234-123412341234}" type="slidenum">
              <a:rPr lang="en"/>
              <a:t>‹#›</a:t>
            </a:fld>
            <a:endParaRPr/>
          </a:p>
        </p:txBody>
      </p:sp>
      <p:sp>
        <p:nvSpPr>
          <p:cNvPr id="324" name="Google Shape;324;p48"/>
          <p:cNvSpPr txBox="1"/>
          <p:nvPr>
            <p:ph idx="2" type="body"/>
          </p:nvPr>
        </p:nvSpPr>
        <p:spPr>
          <a:xfrm>
            <a:off x="425200" y="3292475"/>
            <a:ext cx="7886700" cy="885000"/>
          </a:xfrm>
          <a:prstGeom prst="rect">
            <a:avLst/>
          </a:prstGeom>
          <a:noFill/>
          <a:ln>
            <a:noFill/>
          </a:ln>
        </p:spPr>
        <p:txBody>
          <a:bodyPr anchorCtr="0" anchor="t" bIns="34275" lIns="68575" spcFirstLastPara="1" rIns="68575" wrap="square" tIns="34275">
            <a:spAutoFit/>
          </a:bodyPr>
          <a:lstStyle/>
          <a:p>
            <a:pPr indent="0" lvl="0" marL="0" rtl="0" algn="l">
              <a:lnSpc>
                <a:spcPct val="130000"/>
              </a:lnSpc>
              <a:spcBef>
                <a:spcPts val="0"/>
              </a:spcBef>
              <a:spcAft>
                <a:spcPts val="0"/>
              </a:spcAft>
              <a:buSzPts val="1600"/>
              <a:buNone/>
            </a:pPr>
            <a:r>
              <a:rPr b="1" lang="en">
                <a:solidFill>
                  <a:schemeClr val="dk1"/>
                </a:solidFill>
                <a:highlight>
                  <a:schemeClr val="lt1"/>
                </a:highlight>
              </a:rPr>
              <a:t>Mixed-Methods Approach</a:t>
            </a:r>
            <a:endParaRPr b="1"/>
          </a:p>
          <a:p>
            <a:pPr indent="-330200" lvl="0" marL="457200" rtl="0" algn="l">
              <a:lnSpc>
                <a:spcPct val="130000"/>
              </a:lnSpc>
              <a:spcBef>
                <a:spcPts val="0"/>
              </a:spcBef>
              <a:spcAft>
                <a:spcPts val="0"/>
              </a:spcAft>
              <a:buSzPts val="1600"/>
              <a:buChar char="●"/>
            </a:pPr>
            <a:r>
              <a:rPr lang="en"/>
              <a:t>Combining quantitative data (augmented datasets) with qualitative feedback (legal &amp; ethical perspectives) ensures  robust and responsible detection systems.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9"/>
          <p:cNvSpPr txBox="1"/>
          <p:nvPr>
            <p:ph type="title"/>
          </p:nvPr>
        </p:nvSpPr>
        <p:spPr>
          <a:xfrm>
            <a:off x="425196" y="699709"/>
            <a:ext cx="8278500" cy="817200"/>
          </a:xfrm>
          <a:prstGeom prst="rect">
            <a:avLst/>
          </a:prstGeom>
          <a:noFill/>
          <a:ln>
            <a:noFill/>
          </a:ln>
        </p:spPr>
        <p:txBody>
          <a:bodyPr anchorCtr="0" anchor="b" bIns="34275" lIns="68575" spcFirstLastPara="1" rIns="68575" wrap="square" tIns="34275">
            <a:spAutoFit/>
          </a:bodyPr>
          <a:lstStyle/>
          <a:p>
            <a:pPr indent="0" lvl="0" marL="0" rtl="0" algn="l">
              <a:spcBef>
                <a:spcPts val="0"/>
              </a:spcBef>
              <a:spcAft>
                <a:spcPts val="0"/>
              </a:spcAft>
              <a:buClr>
                <a:srgbClr val="FF5F05"/>
              </a:buClr>
              <a:buSzPts val="2700"/>
              <a:buFont typeface="Arial"/>
              <a:buNone/>
            </a:pPr>
            <a:r>
              <a:rPr lang="en"/>
              <a:t>Take Home Message</a:t>
            </a:r>
            <a:endParaRPr/>
          </a:p>
          <a:p>
            <a:pPr indent="0" lvl="0" marL="0" rtl="0" algn="l">
              <a:lnSpc>
                <a:spcPct val="90000"/>
              </a:lnSpc>
              <a:spcBef>
                <a:spcPts val="0"/>
              </a:spcBef>
              <a:spcAft>
                <a:spcPts val="0"/>
              </a:spcAft>
              <a:buClr>
                <a:srgbClr val="FF5F05"/>
              </a:buClr>
              <a:buSzPts val="2700"/>
              <a:buFont typeface="Arial"/>
              <a:buNone/>
            </a:pPr>
            <a:r>
              <a:t/>
            </a:r>
            <a:endParaRPr/>
          </a:p>
        </p:txBody>
      </p:sp>
      <p:sp>
        <p:nvSpPr>
          <p:cNvPr id="331" name="Google Shape;331;p49"/>
          <p:cNvSpPr txBox="1"/>
          <p:nvPr>
            <p:ph idx="1" type="body"/>
          </p:nvPr>
        </p:nvSpPr>
        <p:spPr>
          <a:xfrm>
            <a:off x="1633500" y="1339950"/>
            <a:ext cx="5877000" cy="2266200"/>
          </a:xfrm>
          <a:prstGeom prst="rect">
            <a:avLst/>
          </a:prstGeom>
          <a:noFill/>
          <a:ln>
            <a:noFill/>
          </a:ln>
        </p:spPr>
        <p:txBody>
          <a:bodyPr anchorCtr="0" anchor="ctr" bIns="34275" lIns="68575" spcFirstLastPara="1" rIns="68575" wrap="square" tIns="34275">
            <a:normAutofit/>
          </a:bodyPr>
          <a:lstStyle/>
          <a:p>
            <a:pPr indent="0" lvl="0" marL="0" rtl="0" algn="ctr">
              <a:lnSpc>
                <a:spcPct val="130000"/>
              </a:lnSpc>
              <a:spcBef>
                <a:spcPts val="0"/>
              </a:spcBef>
              <a:spcAft>
                <a:spcPts val="0"/>
              </a:spcAft>
              <a:buSzPts val="2200"/>
              <a:buNone/>
            </a:pPr>
            <a:r>
              <a:rPr lang="en"/>
              <a:t>Diverse data and ethical design are key to building robust, future-proof deepfake detection systems.</a:t>
            </a:r>
            <a:endParaRPr/>
          </a:p>
          <a:p>
            <a:pPr indent="0" lvl="0" marL="0" rtl="0" algn="ctr">
              <a:lnSpc>
                <a:spcPct val="130000"/>
              </a:lnSpc>
              <a:spcBef>
                <a:spcPts val="0"/>
              </a:spcBef>
              <a:spcAft>
                <a:spcPts val="0"/>
              </a:spcAft>
              <a:buSzPts val="2200"/>
              <a:buNone/>
            </a:pPr>
            <a:r>
              <a:t/>
            </a:r>
            <a:endParaRPr/>
          </a:p>
        </p:txBody>
      </p:sp>
      <p:sp>
        <p:nvSpPr>
          <p:cNvPr id="332" name="Google Shape;332;p49"/>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0"/>
          <p:cNvSpPr txBox="1"/>
          <p:nvPr>
            <p:ph type="title"/>
          </p:nvPr>
        </p:nvSpPr>
        <p:spPr>
          <a:xfrm>
            <a:off x="386246" y="281662"/>
            <a:ext cx="7886700" cy="443400"/>
          </a:xfrm>
          <a:prstGeom prst="rect">
            <a:avLst/>
          </a:prstGeom>
          <a:noFill/>
          <a:ln>
            <a:noFill/>
          </a:ln>
        </p:spPr>
        <p:txBody>
          <a:bodyPr anchorCtr="0" anchor="b" bIns="34275" lIns="68575" spcFirstLastPara="1" rIns="68575" wrap="square" tIns="34275">
            <a:spAutoFit/>
          </a:bodyPr>
          <a:lstStyle/>
          <a:p>
            <a:pPr indent="0" lvl="0" marL="0" rtl="0" algn="l">
              <a:spcBef>
                <a:spcPts val="0"/>
              </a:spcBef>
              <a:spcAft>
                <a:spcPts val="0"/>
              </a:spcAft>
              <a:buClr>
                <a:srgbClr val="FF5F05"/>
              </a:buClr>
              <a:buSzPts val="2700"/>
              <a:buFont typeface="Arial"/>
              <a:buNone/>
            </a:pPr>
            <a:r>
              <a:rPr lang="en"/>
              <a:t>Reference</a:t>
            </a:r>
            <a:endParaRPr/>
          </a:p>
        </p:txBody>
      </p:sp>
      <p:sp>
        <p:nvSpPr>
          <p:cNvPr id="339" name="Google Shape;339;p50"/>
          <p:cNvSpPr txBox="1"/>
          <p:nvPr>
            <p:ph idx="12" type="sldNum"/>
          </p:nvPr>
        </p:nvSpPr>
        <p:spPr>
          <a:xfrm>
            <a:off x="8425859" y="4766120"/>
            <a:ext cx="279300" cy="207900"/>
          </a:xfrm>
          <a:prstGeom prst="rect">
            <a:avLst/>
          </a:prstGeom>
          <a:solidFill>
            <a:schemeClr val="lt1"/>
          </a:solidFill>
          <a:ln>
            <a:noFill/>
          </a:ln>
        </p:spPr>
        <p:txBody>
          <a:bodyPr anchorCtr="0" anchor="ctr" bIns="34275" lIns="68575" spcFirstLastPara="1" rIns="68575" wrap="square" tIns="34275">
            <a:spAutoFit/>
          </a:bodyPr>
          <a:lstStyle/>
          <a:p>
            <a:pPr indent="0" lvl="0" marL="0" rtl="0" algn="ctr">
              <a:spcBef>
                <a:spcPts val="0"/>
              </a:spcBef>
              <a:spcAft>
                <a:spcPts val="0"/>
              </a:spcAft>
              <a:buNone/>
            </a:pPr>
            <a:fld id="{00000000-1234-1234-1234-123412341234}" type="slidenum">
              <a:rPr lang="en"/>
              <a:t>‹#›</a:t>
            </a:fld>
            <a:endParaRPr/>
          </a:p>
        </p:txBody>
      </p:sp>
      <p:sp>
        <p:nvSpPr>
          <p:cNvPr id="340" name="Google Shape;340;p50"/>
          <p:cNvSpPr txBox="1"/>
          <p:nvPr>
            <p:ph idx="1" type="body"/>
          </p:nvPr>
        </p:nvSpPr>
        <p:spPr>
          <a:xfrm>
            <a:off x="386250" y="791500"/>
            <a:ext cx="8371500" cy="39747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lang="en" sz="900"/>
              <a:t>[1] Salman, S., Shamsi, J. A., &amp; Qureshi, R. (2023). Deep fake generation and detection: Issues, challenges, and solutions. *IT Professional, 25*(1), 52-59. https://doi.org/10.1109/MITP.2022.3230353</a:t>
            </a:r>
            <a:endParaRPr sz="900"/>
          </a:p>
          <a:p>
            <a:pPr indent="0" lvl="0" marL="0" rtl="0" algn="l">
              <a:lnSpc>
                <a:spcPct val="115000"/>
              </a:lnSpc>
              <a:spcBef>
                <a:spcPts val="0"/>
              </a:spcBef>
              <a:spcAft>
                <a:spcPts val="0"/>
              </a:spcAft>
              <a:buNone/>
            </a:pPr>
            <a:r>
              <a:rPr lang="en" sz="900"/>
              <a:t>[2] Meskys, E., Liaudanskas, A., Kalpokiene, J., &amp; Jurcys, P. (2020). Regulating deep fakes: Legal and ethical considerations. *Journal of Intellectual Property Law &amp; Practice, 15,* 24-31. https://doi.org/10.1093/jiplp/jpz167</a:t>
            </a:r>
            <a:endParaRPr sz="900"/>
          </a:p>
          <a:p>
            <a:pPr indent="0" lvl="0" marL="0" rtl="0" algn="l">
              <a:lnSpc>
                <a:spcPct val="115000"/>
              </a:lnSpc>
              <a:spcBef>
                <a:spcPts val="0"/>
              </a:spcBef>
              <a:spcAft>
                <a:spcPts val="0"/>
              </a:spcAft>
              <a:buNone/>
            </a:pPr>
            <a:r>
              <a:rPr lang="en" sz="900"/>
              <a:t>[3] van der Sloot, B., &amp; Wagensveld, Y. (2022). Deepfakes: Regulatory challenges for the synthetic society. *Computer Law &amp; Security Review, 46,* 105716. https://doi.org/10.1016/j.clsr.2022.105716</a:t>
            </a:r>
            <a:endParaRPr sz="900"/>
          </a:p>
          <a:p>
            <a:pPr indent="0" lvl="0" marL="0" rtl="0" algn="l">
              <a:lnSpc>
                <a:spcPct val="115000"/>
              </a:lnSpc>
              <a:spcBef>
                <a:spcPts val="0"/>
              </a:spcBef>
              <a:spcAft>
                <a:spcPts val="0"/>
              </a:spcAft>
              <a:buNone/>
            </a:pPr>
            <a:r>
              <a:rPr lang="en" sz="900"/>
              <a:t>[4] Li, M., &amp; Wan, Y. (2023). Norms or fun? The influence of ethical concerns and perceived enjoyment on the regulation of deepfake information. *Internet Research, 33*(5), 1750-1773</a:t>
            </a:r>
            <a:endParaRPr sz="900"/>
          </a:p>
          <a:p>
            <a:pPr indent="0" lvl="0" marL="0" rtl="0" algn="l">
              <a:lnSpc>
                <a:spcPct val="115000"/>
              </a:lnSpc>
              <a:spcBef>
                <a:spcPts val="0"/>
              </a:spcBef>
              <a:spcAft>
                <a:spcPts val="0"/>
              </a:spcAft>
              <a:buNone/>
            </a:pPr>
            <a:r>
              <a:rPr lang="en" sz="900"/>
              <a:t>[5] Wang, R., Juefei-Xu, F., Huang, Y., Guo, Q., Xie, X., Ma, L., &amp; Liu, Y. (2020). DeepSonar: Towards effective and robust detection of AI-synthesized fake voices. In *Proceedings of the 28th ACM International Conference on Multimedia (MM '20)* (pp. 1207-1216). Association for Computing Machinery. https://doi.org/10.1145/3394171.3413716</a:t>
            </a:r>
            <a:endParaRPr sz="900"/>
          </a:p>
          <a:p>
            <a:pPr indent="0" lvl="0" marL="0" rtl="0" algn="l">
              <a:lnSpc>
                <a:spcPct val="115000"/>
              </a:lnSpc>
              <a:spcBef>
                <a:spcPts val="0"/>
              </a:spcBef>
              <a:spcAft>
                <a:spcPts val="0"/>
              </a:spcAft>
              <a:buNone/>
            </a:pPr>
            <a:r>
              <a:rPr lang="en" sz="900"/>
              <a:t>[6] Wang, Y., &amp; Huang, H. (2024). Audio–visual deepfake detection using articulatory representation learning. *Computer Vision and Image Understanding, 248,* 104133. https://doi.org/10.1016/j.cviu.2024.104133</a:t>
            </a:r>
            <a:endParaRPr sz="900"/>
          </a:p>
          <a:p>
            <a:pPr indent="0" lvl="0" marL="0" rtl="0" algn="l">
              <a:lnSpc>
                <a:spcPct val="115000"/>
              </a:lnSpc>
              <a:spcBef>
                <a:spcPts val="0"/>
              </a:spcBef>
              <a:spcAft>
                <a:spcPts val="0"/>
              </a:spcAft>
              <a:buNone/>
            </a:pPr>
            <a:r>
              <a:rPr lang="en" sz="900"/>
              <a:t>[7] Mustak, M., Salminen, J., Mäntymäki, M., Rahman, A., &amp; Dwivedi, Y. K. (2023). Deepfakes: Deceptions, mitigations, and opportunities. *Journal of Business Research, 154,* 113368. https://doi.org/10.1016/j.jbusres.2022.113368</a:t>
            </a:r>
            <a:endParaRPr sz="900"/>
          </a:p>
          <a:p>
            <a:pPr indent="0" lvl="0" marL="0" rtl="0" algn="l">
              <a:lnSpc>
                <a:spcPct val="115000"/>
              </a:lnSpc>
              <a:spcBef>
                <a:spcPts val="0"/>
              </a:spcBef>
              <a:spcAft>
                <a:spcPts val="0"/>
              </a:spcAft>
              <a:buNone/>
            </a:pPr>
            <a:r>
              <a:rPr lang="en" sz="900"/>
              <a:t>[8] Rana, M. S., Nobi, M. N., Murali, B., &amp; Sung, A. H. (2022). Deepfake detection: A systematic literature review. *IEEE Access, 10,* 25494-25513. https://doi.org/10.1109/ACCESS.2022.3154404</a:t>
            </a:r>
            <a:endParaRPr sz="900"/>
          </a:p>
          <a:p>
            <a:pPr indent="0" lvl="0" marL="0" rtl="0" algn="l">
              <a:lnSpc>
                <a:spcPct val="115000"/>
              </a:lnSpc>
              <a:spcBef>
                <a:spcPts val="0"/>
              </a:spcBef>
              <a:spcAft>
                <a:spcPts val="0"/>
              </a:spcAft>
              <a:buNone/>
            </a:pPr>
            <a:r>
              <a:rPr lang="en" sz="900"/>
              <a:t>[9] Passos, L. A., Jodas, D., Costa, K. A. P., Souza Júnior, L. A., Rodrigues, D., Del Ser, J., Camacho, D., &amp; Papa, J. P. (2024). A review of deep learning-based approaches for deepfake content detection. *Expert Systems, 41*(8), e13570. https://doi.org/10.1111/exsy.13570</a:t>
            </a:r>
            <a:endParaRPr sz="900"/>
          </a:p>
          <a:p>
            <a:pPr indent="0" lvl="0" marL="0" rtl="0" algn="l">
              <a:lnSpc>
                <a:spcPct val="115000"/>
              </a:lnSpc>
              <a:spcBef>
                <a:spcPts val="0"/>
              </a:spcBef>
              <a:spcAft>
                <a:spcPts val="0"/>
              </a:spcAft>
              <a:buNone/>
            </a:pPr>
            <a:r>
              <a:rPr lang="en" sz="900"/>
              <a:t>[10] Booz Allen. (n.d.). Deepfakes pose business risks—Here’s what to know. Retrieved from https://www.boozallen.com/insights/ai-research/deepfakes-pose-businesses-risks-heres-what-to-know.html</a:t>
            </a:r>
            <a:endParaRPr sz="900"/>
          </a:p>
          <a:p>
            <a:pPr indent="0" lvl="0" marL="0" rtl="0" algn="l">
              <a:lnSpc>
                <a:spcPct val="115000"/>
              </a:lnSpc>
              <a:spcBef>
                <a:spcPts val="0"/>
              </a:spcBef>
              <a:spcAft>
                <a:spcPts val="0"/>
              </a:spcAft>
              <a:buNone/>
            </a:pPr>
            <a:r>
              <a:rPr lang="en" sz="900"/>
              <a:t>[11] U.S. Government Accountability Office (GAO). (2024, March 11). *Science &amp; Tech Spotlight: Combating deepfakes*. https://www.gao.gov/products/gao-24-107292</a:t>
            </a:r>
            <a:endParaRPr sz="900"/>
          </a:p>
          <a:p>
            <a:pPr indent="0" lvl="0" marL="0" rtl="0" algn="l">
              <a:lnSpc>
                <a:spcPct val="115000"/>
              </a:lnSpc>
              <a:spcBef>
                <a:spcPts val="0"/>
              </a:spcBef>
              <a:spcAft>
                <a:spcPts val="0"/>
              </a:spcAft>
              <a:buNone/>
            </a:pPr>
            <a:r>
              <a:rPr lang="en" sz="900"/>
              <a:t>[12] RecordedFuture. (n.d.). *2024 deepfakes and election disinformation report: Key findings &amp; mitigation strategies*. Retrieved from https://www.recordedfuture.com/research/targets-objectives-emerging-tactics-political-deepfakes</a:t>
            </a:r>
            <a:endParaRPr sz="9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Illinois">
      <a:dk1>
        <a:srgbClr val="12284B"/>
      </a:dk1>
      <a:lt1>
        <a:srgbClr val="FFFFFF"/>
      </a:lt1>
      <a:dk2>
        <a:srgbClr val="FF542E"/>
      </a:dk2>
      <a:lt2>
        <a:srgbClr val="FFFFFF"/>
      </a:lt2>
      <a:accent1>
        <a:srgbClr val="FF542E"/>
      </a:accent1>
      <a:accent2>
        <a:srgbClr val="12284B"/>
      </a:accent2>
      <a:accent3>
        <a:srgbClr val="FCB316"/>
      </a:accent3>
      <a:accent4>
        <a:srgbClr val="006130"/>
      </a:accent4>
      <a:accent5>
        <a:srgbClr val="007E8E"/>
      </a:accent5>
      <a:accent6>
        <a:srgbClr val="5C0E41"/>
      </a:accent6>
      <a:hlink>
        <a:srgbClr val="1D58A7"/>
      </a:hlink>
      <a:folHlink>
        <a:srgbClr val="C8411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